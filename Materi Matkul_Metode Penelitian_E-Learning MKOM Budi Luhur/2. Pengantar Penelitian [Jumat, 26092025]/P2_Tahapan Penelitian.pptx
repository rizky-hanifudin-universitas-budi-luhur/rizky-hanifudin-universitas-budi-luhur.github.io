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1"/>
  </p:sldMasterIdLst>
  <p:notesMasterIdLst>
    <p:notesMasterId r:id="rId45"/>
  </p:notesMasterIdLst>
  <p:handoutMasterIdLst>
    <p:handoutMasterId r:id="rId46"/>
  </p:handoutMasterIdLst>
  <p:sldIdLst>
    <p:sldId id="3005" r:id="rId2"/>
    <p:sldId id="2889" r:id="rId3"/>
    <p:sldId id="2419" r:id="rId4"/>
    <p:sldId id="1658" r:id="rId5"/>
    <p:sldId id="2890" r:id="rId6"/>
    <p:sldId id="2891" r:id="rId7"/>
    <p:sldId id="2487" r:id="rId8"/>
    <p:sldId id="2892" r:id="rId9"/>
    <p:sldId id="2893" r:id="rId10"/>
    <p:sldId id="2484" r:id="rId11"/>
    <p:sldId id="2894" r:id="rId12"/>
    <p:sldId id="2895" r:id="rId13"/>
    <p:sldId id="2896" r:id="rId14"/>
    <p:sldId id="2897" r:id="rId15"/>
    <p:sldId id="2898" r:id="rId16"/>
    <p:sldId id="2899" r:id="rId17"/>
    <p:sldId id="2900" r:id="rId18"/>
    <p:sldId id="2901" r:id="rId19"/>
    <p:sldId id="2902" r:id="rId20"/>
    <p:sldId id="2903" r:id="rId21"/>
    <p:sldId id="2904" r:id="rId22"/>
    <p:sldId id="2905" r:id="rId23"/>
    <p:sldId id="2906" r:id="rId24"/>
    <p:sldId id="2907" r:id="rId25"/>
    <p:sldId id="2478" r:id="rId26"/>
    <p:sldId id="2477" r:id="rId27"/>
    <p:sldId id="2479" r:id="rId28"/>
    <p:sldId id="2908" r:id="rId29"/>
    <p:sldId id="2909" r:id="rId30"/>
    <p:sldId id="2910" r:id="rId31"/>
    <p:sldId id="2911" r:id="rId32"/>
    <p:sldId id="2912" r:id="rId33"/>
    <p:sldId id="2423" r:id="rId34"/>
    <p:sldId id="2366" r:id="rId35"/>
    <p:sldId id="2424" r:id="rId36"/>
    <p:sldId id="2425" r:id="rId37"/>
    <p:sldId id="2913" r:id="rId38"/>
    <p:sldId id="2427" r:id="rId39"/>
    <p:sldId id="2480" r:id="rId40"/>
    <p:sldId id="2485" r:id="rId41"/>
    <p:sldId id="2481" r:id="rId42"/>
    <p:sldId id="2914" r:id="rId43"/>
    <p:sldId id="2486" r:id="rId44"/>
  </p:sldIdLst>
  <p:sldSz cx="9144000" cy="6858000" type="screen4x3"/>
  <p:notesSz cx="7315200" cy="96012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alibri Light" panose="020F0302020204030204" pitchFamily="34" charset="0"/>
      <p:regular r:id="rId51"/>
      <p:italic r:id="rId52"/>
    </p:embeddedFont>
    <p:embeddedFont>
      <p:font typeface="Constantia" panose="02030602050306030303" pitchFamily="18" charset="0"/>
      <p:regular r:id="rId53"/>
      <p:bold r:id="rId54"/>
      <p:italic r:id="rId55"/>
      <p:boldItalic r:id="rId56"/>
    </p:embeddedFont>
    <p:embeddedFont>
      <p:font typeface="ＭＳ Ｐゴシック" panose="020B0600070205080204" pitchFamily="34" charset="-128"/>
      <p:regular r:id="rId57"/>
    </p:embeddedFont>
    <p:embeddedFont>
      <p:font typeface="Tahoma" panose="020B0604030504040204" pitchFamily="34" charset="0"/>
      <p:regular r:id="rId58"/>
      <p:bold r:id="rId59"/>
    </p:embeddedFont>
  </p:embeddedFontLst>
  <p:custDataLst>
    <p:tags r:id="rId60"/>
  </p:custDataLst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sz="4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ahoma" pitchFamily="34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12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14663B"/>
    <a:srgbClr val="097542"/>
    <a:srgbClr val="000099"/>
    <a:srgbClr val="085823"/>
    <a:srgbClr val="333333"/>
    <a:srgbClr val="CC0000"/>
    <a:srgbClr val="1C1C1C"/>
    <a:srgbClr val="045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EEE01-E99A-4B76-A3BC-63ECD3C43117}" v="651" dt="2019-03-29T15:37:27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 autoAdjust="0"/>
  </p:normalViewPr>
  <p:slideViewPr>
    <p:cSldViewPr>
      <p:cViewPr varScale="1">
        <p:scale>
          <a:sx n="66" d="100"/>
          <a:sy n="66" d="100"/>
        </p:scale>
        <p:origin x="1196" y="20"/>
      </p:cViewPr>
      <p:guideLst>
        <p:guide orient="horz" pos="2112"/>
        <p:guide pos="12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938"/>
    </p:cViewPr>
  </p:sorterViewPr>
  <p:notesViewPr>
    <p:cSldViewPr>
      <p:cViewPr>
        <p:scale>
          <a:sx n="66" d="100"/>
          <a:sy n="66" d="100"/>
        </p:scale>
        <p:origin x="4116" y="55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404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viewProps" Target="viewProps.xml"/><Relationship Id="rId40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59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i Satria Wahono" userId="6b25786c5b08eadd" providerId="LiveId" clId="{11CEEE01-E99A-4B76-A3BC-63ECD3C43117}"/>
    <pc:docChg chg="undo custSel addSld delSld modSld modMainMaster">
      <pc:chgData name="Romi Satria Wahono" userId="6b25786c5b08eadd" providerId="LiveId" clId="{11CEEE01-E99A-4B76-A3BC-63ECD3C43117}" dt="2019-03-29T15:40:17.842" v="1260" actId="14100"/>
      <pc:docMkLst>
        <pc:docMk/>
      </pc:docMkLst>
      <pc:sldChg chg="add">
        <pc:chgData name="Romi Satria Wahono" userId="6b25786c5b08eadd" providerId="LiveId" clId="{11CEEE01-E99A-4B76-A3BC-63ECD3C43117}" dt="2019-03-29T14:31:04.685" v="315"/>
        <pc:sldMkLst>
          <pc:docMk/>
          <pc:sldMk cId="0" sldId="1658"/>
        </pc:sldMkLst>
      </pc:sldChg>
      <pc:sldChg chg="add">
        <pc:chgData name="Romi Satria Wahono" userId="6b25786c5b08eadd" providerId="LiveId" clId="{11CEEE01-E99A-4B76-A3BC-63ECD3C43117}" dt="2019-03-29T15:34:40.669" v="1245"/>
        <pc:sldMkLst>
          <pc:docMk/>
          <pc:sldMk cId="2189202566" sldId="1916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0" sldId="2063"/>
        </pc:sldMkLst>
      </pc:sldChg>
      <pc:sldChg chg="modSp">
        <pc:chgData name="Romi Satria Wahono" userId="6b25786c5b08eadd" providerId="LiveId" clId="{11CEEE01-E99A-4B76-A3BC-63ECD3C43117}" dt="2019-03-29T15:37:50.169" v="1258" actId="6549"/>
        <pc:sldMkLst>
          <pc:docMk/>
          <pc:sldMk cId="144025224" sldId="2075"/>
        </pc:sldMkLst>
        <pc:spChg chg="mod">
          <ac:chgData name="Romi Satria Wahono" userId="6b25786c5b08eadd" providerId="LiveId" clId="{11CEEE01-E99A-4B76-A3BC-63ECD3C43117}" dt="2019-03-29T15:37:50.169" v="1258" actId="6549"/>
          <ac:spMkLst>
            <pc:docMk/>
            <pc:sldMk cId="144025224" sldId="2075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0647900" sldId="227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675941813" sldId="227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681616919" sldId="231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168953810" sldId="2326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236696333" sldId="234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549322314" sldId="234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995716468" sldId="2346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89598465" sldId="2347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09567091" sldId="2348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567405532" sldId="2349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749877269" sldId="236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647180554" sldId="237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242989274" sldId="237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840737378" sldId="237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803372921" sldId="237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1915954" sldId="237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52692476" sldId="237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764361704" sldId="238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037872998" sldId="2384"/>
        </pc:sldMkLst>
      </pc:sldChg>
      <pc:sldChg chg="modSp">
        <pc:chgData name="Romi Satria Wahono" userId="6b25786c5b08eadd" providerId="LiveId" clId="{11CEEE01-E99A-4B76-A3BC-63ECD3C43117}" dt="2019-03-29T14:31:19.307" v="316" actId="403"/>
        <pc:sldMkLst>
          <pc:docMk/>
          <pc:sldMk cId="364565857" sldId="2414"/>
        </pc:sldMkLst>
        <pc:spChg chg="mod">
          <ac:chgData name="Romi Satria Wahono" userId="6b25786c5b08eadd" providerId="LiveId" clId="{11CEEE01-E99A-4B76-A3BC-63ECD3C43117}" dt="2019-03-29T14:31:19.307" v="316" actId="403"/>
          <ac:spMkLst>
            <pc:docMk/>
            <pc:sldMk cId="364565857" sldId="2414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244789326" sldId="241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278781378" sldId="2420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496893540" sldId="2421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602841725" sldId="2423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433034561" sldId="2424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226915844" sldId="2425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70476761" sldId="2427"/>
        </pc:sldMkLst>
      </pc:sldChg>
      <pc:sldChg chg="modSp">
        <pc:chgData name="Romi Satria Wahono" userId="6b25786c5b08eadd" providerId="LiveId" clId="{11CEEE01-E99A-4B76-A3BC-63ECD3C43117}" dt="2019-03-29T14:30:03.728" v="314" actId="20577"/>
        <pc:sldMkLst>
          <pc:docMk/>
          <pc:sldMk cId="619659207" sldId="2429"/>
        </pc:sldMkLst>
        <pc:graphicFrameChg chg="mod">
          <ac:chgData name="Romi Satria Wahono" userId="6b25786c5b08eadd" providerId="LiveId" clId="{11CEEE01-E99A-4B76-A3BC-63ECD3C43117}" dt="2019-03-29T14:30:03.728" v="314" actId="20577"/>
          <ac:graphicFrameMkLst>
            <pc:docMk/>
            <pc:sldMk cId="619659207" sldId="2429"/>
            <ac:graphicFrameMk id="6" creationId="{00000000-0000-0000-0000-000000000000}"/>
          </ac:graphicFrameMkLst>
        </pc:graphicFrame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282654570" sldId="243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711611779" sldId="243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095869344" sldId="2440"/>
        </pc:sldMkLst>
      </pc:sldChg>
      <pc:sldChg chg="del">
        <pc:chgData name="Romi Satria Wahono" userId="6b25786c5b08eadd" providerId="LiveId" clId="{11CEEE01-E99A-4B76-A3BC-63ECD3C43117}" dt="2019-03-29T14:26:58.578" v="223" actId="2696"/>
        <pc:sldMkLst>
          <pc:docMk/>
          <pc:sldMk cId="1759141699" sldId="2457"/>
        </pc:sldMkLst>
      </pc:sldChg>
      <pc:sldChg chg="del">
        <pc:chgData name="Romi Satria Wahono" userId="6b25786c5b08eadd" providerId="LiveId" clId="{11CEEE01-E99A-4B76-A3BC-63ECD3C43117}" dt="2019-03-29T15:37:42.551" v="1252" actId="2696"/>
        <pc:sldMkLst>
          <pc:docMk/>
          <pc:sldMk cId="4063742415" sldId="2476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100880020" sldId="2477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811233271" sldId="2478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708839498" sldId="2479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245310145" sldId="2480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23988297" sldId="2481"/>
        </pc:sldMkLst>
      </pc:sldChg>
      <pc:sldChg chg="add del">
        <pc:chgData name="Romi Satria Wahono" userId="6b25786c5b08eadd" providerId="LiveId" clId="{11CEEE01-E99A-4B76-A3BC-63ECD3C43117}" dt="2019-03-29T14:35:23.445" v="517" actId="2696"/>
        <pc:sldMkLst>
          <pc:docMk/>
          <pc:sldMk cId="1771878974" sldId="2483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784633026" sldId="2484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764794248" sldId="2485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628756683" sldId="2486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376617380" sldId="2487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579045116" sldId="2490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322306246" sldId="2491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385097482" sldId="2492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606420909" sldId="2493"/>
        </pc:sldMkLst>
      </pc:sldChg>
      <pc:sldChg chg="modSp add">
        <pc:chgData name="Romi Satria Wahono" userId="6b25786c5b08eadd" providerId="LiveId" clId="{11CEEE01-E99A-4B76-A3BC-63ECD3C43117}" dt="2019-03-29T14:36:22.979" v="593" actId="20577"/>
        <pc:sldMkLst>
          <pc:docMk/>
          <pc:sldMk cId="1607594053" sldId="2494"/>
        </pc:sldMkLst>
        <pc:spChg chg="mod">
          <ac:chgData name="Romi Satria Wahono" userId="6b25786c5b08eadd" providerId="LiveId" clId="{11CEEE01-E99A-4B76-A3BC-63ECD3C43117}" dt="2019-03-29T14:36:22.979" v="593" actId="20577"/>
          <ac:spMkLst>
            <pc:docMk/>
            <pc:sldMk cId="1607594053" sldId="2494"/>
            <ac:spMk id="2" creationId="{B2B49335-3434-48B7-A87A-9FBA48091DD4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967261816" sldId="2495"/>
        </pc:sldMkLst>
      </pc:sldChg>
      <pc:sldChg chg="add del">
        <pc:chgData name="Romi Satria Wahono" userId="6b25786c5b08eadd" providerId="LiveId" clId="{11CEEE01-E99A-4B76-A3BC-63ECD3C43117}" dt="2019-03-29T15:09:26.173" v="994" actId="2696"/>
        <pc:sldMkLst>
          <pc:docMk/>
          <pc:sldMk cId="3996393924" sldId="2496"/>
        </pc:sldMkLst>
      </pc:sldChg>
      <pc:sldChg chg="add del">
        <pc:chgData name="Romi Satria Wahono" userId="6b25786c5b08eadd" providerId="LiveId" clId="{11CEEE01-E99A-4B76-A3BC-63ECD3C43117}" dt="2019-03-29T15:09:26.145" v="993" actId="2696"/>
        <pc:sldMkLst>
          <pc:docMk/>
          <pc:sldMk cId="1416531982" sldId="2497"/>
        </pc:sldMkLst>
      </pc:sldChg>
      <pc:sldChg chg="add del">
        <pc:chgData name="Romi Satria Wahono" userId="6b25786c5b08eadd" providerId="LiveId" clId="{11CEEE01-E99A-4B76-A3BC-63ECD3C43117}" dt="2019-03-29T15:09:26.118" v="992" actId="2696"/>
        <pc:sldMkLst>
          <pc:docMk/>
          <pc:sldMk cId="898043266" sldId="2498"/>
        </pc:sldMkLst>
      </pc:sldChg>
      <pc:sldChg chg="add del">
        <pc:chgData name="Romi Satria Wahono" userId="6b25786c5b08eadd" providerId="LiveId" clId="{11CEEE01-E99A-4B76-A3BC-63ECD3C43117}" dt="2019-03-29T15:09:26.067" v="990" actId="2696"/>
        <pc:sldMkLst>
          <pc:docMk/>
          <pc:sldMk cId="2242266128" sldId="249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990299307" sldId="250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652962124" sldId="250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54673068" sldId="250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049679808" sldId="2508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223299888" sldId="250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487133140" sldId="2510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027437376" sldId="2511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184933135" sldId="251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147210517" sldId="251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312874049" sldId="251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484776700" sldId="2516"/>
        </pc:sldMkLst>
      </pc:sldChg>
      <pc:sldChg chg="modSp add">
        <pc:chgData name="Romi Satria Wahono" userId="6b25786c5b08eadd" providerId="LiveId" clId="{11CEEE01-E99A-4B76-A3BC-63ECD3C43117}" dt="2019-03-29T15:04:03.333" v="878" actId="20577"/>
        <pc:sldMkLst>
          <pc:docMk/>
          <pc:sldMk cId="66922937" sldId="2518"/>
        </pc:sldMkLst>
        <pc:spChg chg="mod">
          <ac:chgData name="Romi Satria Wahono" userId="6b25786c5b08eadd" providerId="LiveId" clId="{11CEEE01-E99A-4B76-A3BC-63ECD3C43117}" dt="2019-03-29T15:04:03.333" v="878" actId="20577"/>
          <ac:spMkLst>
            <pc:docMk/>
            <pc:sldMk cId="66922937" sldId="2518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254072488" sldId="251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165688577" sldId="2520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373991850" sldId="2521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536845610" sldId="2522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244176160" sldId="252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251882640" sldId="252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445250193" sldId="252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858591060" sldId="2526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473815285" sldId="2527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556133340" sldId="252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810575141" sldId="252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000909118" sldId="253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79006833" sldId="2531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15225467" sldId="2532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020377011" sldId="253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702756889" sldId="253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710257523" sldId="2535"/>
        </pc:sldMkLst>
      </pc:sldChg>
      <pc:sldChg chg="modSp add">
        <pc:chgData name="Romi Satria Wahono" userId="6b25786c5b08eadd" providerId="LiveId" clId="{11CEEE01-E99A-4B76-A3BC-63ECD3C43117}" dt="2019-03-29T15:13:08.507" v="1066" actId="404"/>
        <pc:sldMkLst>
          <pc:docMk/>
          <pc:sldMk cId="1104733162" sldId="2536"/>
        </pc:sldMkLst>
        <pc:spChg chg="mod">
          <ac:chgData name="Romi Satria Wahono" userId="6b25786c5b08eadd" providerId="LiveId" clId="{11CEEE01-E99A-4B76-A3BC-63ECD3C43117}" dt="2019-03-29T15:13:05.445" v="1065" actId="404"/>
          <ac:spMkLst>
            <pc:docMk/>
            <pc:sldMk cId="1104733162" sldId="2536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5:13:08.507" v="1066" actId="404"/>
          <ac:spMkLst>
            <pc:docMk/>
            <pc:sldMk cId="1104733162" sldId="2536"/>
            <ac:spMk id="3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167679822" sldId="2537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3877315602" sldId="2538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408136183" sldId="253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8057126" sldId="2540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550954927" sldId="2541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760249228" sldId="2542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375365417" sldId="254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853513013" sldId="254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021912684" sldId="254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212037733" sldId="2546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497480406" sldId="2547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705765775" sldId="2548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242177571" sldId="254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349207539" sldId="2550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957807516" sldId="2551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08713276" sldId="2552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514246336" sldId="2553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827015074" sldId="2554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068289532" sldId="255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3915935097" sldId="2556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020532897" sldId="2557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771138016" sldId="2558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3339910142" sldId="255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636276822" sldId="2560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042442756" sldId="2561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69713858" sldId="2562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078666276" sldId="2563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1781865875" sldId="256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99301676" sldId="256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266998293" sldId="2569"/>
        </pc:sldMkLst>
      </pc:sldChg>
      <pc:sldChg chg="modSp add">
        <pc:chgData name="Romi Satria Wahono" userId="6b25786c5b08eadd" providerId="LiveId" clId="{11CEEE01-E99A-4B76-A3BC-63ECD3C43117}" dt="2019-03-29T15:10:10.653" v="1001" actId="404"/>
        <pc:sldMkLst>
          <pc:docMk/>
          <pc:sldMk cId="1270121858" sldId="2573"/>
        </pc:sldMkLst>
        <pc:spChg chg="mod">
          <ac:chgData name="Romi Satria Wahono" userId="6b25786c5b08eadd" providerId="LiveId" clId="{11CEEE01-E99A-4B76-A3BC-63ECD3C43117}" dt="2019-03-29T15:10:10.653" v="1001" actId="404"/>
          <ac:spMkLst>
            <pc:docMk/>
            <pc:sldMk cId="1270121858" sldId="2573"/>
            <ac:spMk id="2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10:50.184" v="1009" actId="404"/>
        <pc:sldMkLst>
          <pc:docMk/>
          <pc:sldMk cId="3613218244" sldId="2574"/>
        </pc:sldMkLst>
        <pc:spChg chg="mod">
          <ac:chgData name="Romi Satria Wahono" userId="6b25786c5b08eadd" providerId="LiveId" clId="{11CEEE01-E99A-4B76-A3BC-63ECD3C43117}" dt="2019-03-29T15:10:50.184" v="1009" actId="404"/>
          <ac:spMkLst>
            <pc:docMk/>
            <pc:sldMk cId="3613218244" sldId="2574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310548868" sldId="257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545200558" sldId="257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8483597" sldId="2577"/>
        </pc:sldMkLst>
      </pc:sldChg>
      <pc:sldChg chg="modSp add">
        <pc:chgData name="Romi Satria Wahono" userId="6b25786c5b08eadd" providerId="LiveId" clId="{11CEEE01-E99A-4B76-A3BC-63ECD3C43117}" dt="2019-03-29T15:10:45.448" v="1008" actId="404"/>
        <pc:sldMkLst>
          <pc:docMk/>
          <pc:sldMk cId="4142701887" sldId="2578"/>
        </pc:sldMkLst>
        <pc:spChg chg="mod">
          <ac:chgData name="Romi Satria Wahono" userId="6b25786c5b08eadd" providerId="LiveId" clId="{11CEEE01-E99A-4B76-A3BC-63ECD3C43117}" dt="2019-03-29T15:10:45.448" v="1008" actId="404"/>
          <ac:spMkLst>
            <pc:docMk/>
            <pc:sldMk cId="4142701887" sldId="2578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241385746" sldId="257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671345339" sldId="258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707297870" sldId="2583"/>
        </pc:sldMkLst>
      </pc:sldChg>
      <pc:sldChg chg="modSp add">
        <pc:chgData name="Romi Satria Wahono" userId="6b25786c5b08eadd" providerId="LiveId" clId="{11CEEE01-E99A-4B76-A3BC-63ECD3C43117}" dt="2019-03-29T15:10:41.139" v="1007" actId="404"/>
        <pc:sldMkLst>
          <pc:docMk/>
          <pc:sldMk cId="1361341111" sldId="2584"/>
        </pc:sldMkLst>
        <pc:spChg chg="mod">
          <ac:chgData name="Romi Satria Wahono" userId="6b25786c5b08eadd" providerId="LiveId" clId="{11CEEE01-E99A-4B76-A3BC-63ECD3C43117}" dt="2019-03-29T15:10:41.139" v="1007" actId="404"/>
          <ac:spMkLst>
            <pc:docMk/>
            <pc:sldMk cId="1361341111" sldId="2584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506206907" sldId="258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988599188" sldId="258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115642470" sldId="258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988097930" sldId="258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60525245" sldId="258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908181709" sldId="259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604071779" sldId="2592"/>
        </pc:sldMkLst>
      </pc:sldChg>
      <pc:sldChg chg="modSp add">
        <pc:chgData name="Romi Satria Wahono" userId="6b25786c5b08eadd" providerId="LiveId" clId="{11CEEE01-E99A-4B76-A3BC-63ECD3C43117}" dt="2019-03-29T15:10:33.747" v="1006" actId="404"/>
        <pc:sldMkLst>
          <pc:docMk/>
          <pc:sldMk cId="2118701810" sldId="2594"/>
        </pc:sldMkLst>
        <pc:spChg chg="mod">
          <ac:chgData name="Romi Satria Wahono" userId="6b25786c5b08eadd" providerId="LiveId" clId="{11CEEE01-E99A-4B76-A3BC-63ECD3C43117}" dt="2019-03-29T15:10:33.747" v="1006" actId="404"/>
          <ac:spMkLst>
            <pc:docMk/>
            <pc:sldMk cId="2118701810" sldId="2594"/>
            <ac:spMk id="2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10:27.537" v="1005" actId="404"/>
        <pc:sldMkLst>
          <pc:docMk/>
          <pc:sldMk cId="4193033092" sldId="2596"/>
        </pc:sldMkLst>
        <pc:spChg chg="mod">
          <ac:chgData name="Romi Satria Wahono" userId="6b25786c5b08eadd" providerId="LiveId" clId="{11CEEE01-E99A-4B76-A3BC-63ECD3C43117}" dt="2019-03-29T15:10:27.537" v="1005" actId="404"/>
          <ac:spMkLst>
            <pc:docMk/>
            <pc:sldMk cId="4193033092" sldId="2596"/>
            <ac:spMk id="2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10:19.651" v="1004" actId="403"/>
        <pc:sldMkLst>
          <pc:docMk/>
          <pc:sldMk cId="119470524" sldId="2598"/>
        </pc:sldMkLst>
        <pc:spChg chg="mod">
          <ac:chgData name="Romi Satria Wahono" userId="6b25786c5b08eadd" providerId="LiveId" clId="{11CEEE01-E99A-4B76-A3BC-63ECD3C43117}" dt="2019-03-29T15:10:19.651" v="1004" actId="403"/>
          <ac:spMkLst>
            <pc:docMk/>
            <pc:sldMk cId="119470524" sldId="2598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418229529" sldId="260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550576440" sldId="260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06899163" sldId="260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347977083" sldId="260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35375057" sldId="260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022726205" sldId="260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86204385" sldId="260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046470312" sldId="260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183897849" sldId="261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73710661" sldId="261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989884950" sldId="261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735724339" sldId="261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933381312" sldId="261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888382821" sldId="261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556960632" sldId="261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27967140" sldId="261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804388474" sldId="261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280819866" sldId="262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508258311" sldId="262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598393700" sldId="262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215053112" sldId="262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643860974" sldId="262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247798112" sldId="262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713612330" sldId="262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84990989" sldId="262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206989295" sldId="262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011331668" sldId="263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65146467" sldId="263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970524759" sldId="263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832671640" sldId="263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141123580" sldId="263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491395972" sldId="263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946804612" sldId="263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0455599" sldId="263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896345493" sldId="264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795584302" sldId="264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813169921" sldId="264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252730696" sldId="264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836032861" sldId="264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068847534" sldId="264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721120225" sldId="264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6713981" sldId="264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20996917" sldId="264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548806499" sldId="264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50291321" sldId="265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564569909" sldId="265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498529531" sldId="265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981216936" sldId="265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877765805" sldId="265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34687620" sldId="265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91322826" sldId="265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87580215" sldId="266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033432996" sldId="266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383980028" sldId="266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226318681" sldId="266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907872642" sldId="266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296202737" sldId="266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760391792" sldId="266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001605460" sldId="266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325821436" sldId="266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663753175" sldId="266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625626764" sldId="267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4091751387" sldId="267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746990227" sldId="267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852853941" sldId="267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966747678" sldId="2675"/>
        </pc:sldMkLst>
      </pc:sldChg>
      <pc:sldChg chg="modSp add">
        <pc:chgData name="Romi Satria Wahono" userId="6b25786c5b08eadd" providerId="LiveId" clId="{11CEEE01-E99A-4B76-A3BC-63ECD3C43117}" dt="2019-03-29T15:25:38.058" v="1170" actId="20577"/>
        <pc:sldMkLst>
          <pc:docMk/>
          <pc:sldMk cId="2328682973" sldId="2888"/>
        </pc:sldMkLst>
        <pc:graphicFrameChg chg="mod">
          <ac:chgData name="Romi Satria Wahono" userId="6b25786c5b08eadd" providerId="LiveId" clId="{11CEEE01-E99A-4B76-A3BC-63ECD3C43117}" dt="2019-03-29T15:25:38.058" v="1170" actId="20577"/>
          <ac:graphicFrameMkLst>
            <pc:docMk/>
            <pc:sldMk cId="2328682973" sldId="2888"/>
            <ac:graphicFrameMk id="5" creationId="{FBF95EFA-730A-4DE8-B366-472A25B6F05C}"/>
          </ac:graphicFrameMkLst>
        </pc:graphicFrameChg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483772581" sldId="2889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073086385" sldId="2890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471708118" sldId="2891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203658189" sldId="2892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711632035" sldId="2893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154403608" sldId="2894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541257173" sldId="2895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770997983" sldId="2896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14776088" sldId="2897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223814480" sldId="2898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689563736" sldId="2899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518934294" sldId="2900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541736142" sldId="2901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954061779" sldId="2902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282007265" sldId="2903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81339769" sldId="2904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537050654" sldId="2905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3576924577" sldId="2906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171095490" sldId="2907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486003417" sldId="2908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123636805" sldId="2909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986787817" sldId="2910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1753640610" sldId="2911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805419763" sldId="2912"/>
        </pc:sldMkLst>
      </pc:sldChg>
      <pc:sldChg chg="add">
        <pc:chgData name="Romi Satria Wahono" userId="6b25786c5b08eadd" providerId="LiveId" clId="{11CEEE01-E99A-4B76-A3BC-63ECD3C43117}" dt="2019-03-29T14:31:04.685" v="315"/>
        <pc:sldMkLst>
          <pc:docMk/>
          <pc:sldMk cId="2945876841" sldId="2913"/>
        </pc:sldMkLst>
      </pc:sldChg>
      <pc:sldChg chg="modSp add">
        <pc:chgData name="Romi Satria Wahono" userId="6b25786c5b08eadd" providerId="LiveId" clId="{11CEEE01-E99A-4B76-A3BC-63ECD3C43117}" dt="2019-03-29T14:35:34.062" v="524" actId="1035"/>
        <pc:sldMkLst>
          <pc:docMk/>
          <pc:sldMk cId="816628243" sldId="2914"/>
        </pc:sldMkLst>
        <pc:spChg chg="mod">
          <ac:chgData name="Romi Satria Wahono" userId="6b25786c5b08eadd" providerId="LiveId" clId="{11CEEE01-E99A-4B76-A3BC-63ECD3C43117}" dt="2019-03-29T14:35:18.763" v="516" actId="404"/>
          <ac:spMkLst>
            <pc:docMk/>
            <pc:sldMk cId="816628243" sldId="2914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4:35:34.062" v="524" actId="1035"/>
          <ac:spMkLst>
            <pc:docMk/>
            <pc:sldMk cId="816628243" sldId="2914"/>
            <ac:spMk id="8" creationId="{00000000-0000-0000-0000-000000000000}"/>
          </ac:spMkLst>
        </pc:spChg>
        <pc:graphicFrameChg chg="mod">
          <ac:chgData name="Romi Satria Wahono" userId="6b25786c5b08eadd" providerId="LiveId" clId="{11CEEE01-E99A-4B76-A3BC-63ECD3C43117}" dt="2019-03-29T14:34:31.857" v="467" actId="20577"/>
          <ac:graphicFrameMkLst>
            <pc:docMk/>
            <pc:sldMk cId="816628243" sldId="2914"/>
            <ac:graphicFrameMk id="6" creationId="{00000000-0000-0000-0000-000000000000}"/>
          </ac:graphicFrameMkLst>
        </pc:graphicFrameChg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598096233" sldId="2915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949884345" sldId="2916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126805808" sldId="2917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2937886796" sldId="2918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985885817" sldId="2919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1177578973" sldId="2920"/>
        </pc:sldMkLst>
      </pc:sldChg>
      <pc:sldChg chg="add">
        <pc:chgData name="Romi Satria Wahono" userId="6b25786c5b08eadd" providerId="LiveId" clId="{11CEEE01-E99A-4B76-A3BC-63ECD3C43117}" dt="2019-03-29T14:37:07.702" v="594"/>
        <pc:sldMkLst>
          <pc:docMk/>
          <pc:sldMk cId="4212710664" sldId="2921"/>
        </pc:sldMkLst>
      </pc:sldChg>
      <pc:sldChg chg="modSp add">
        <pc:chgData name="Romi Satria Wahono" userId="6b25786c5b08eadd" providerId="LiveId" clId="{11CEEE01-E99A-4B76-A3BC-63ECD3C43117}" dt="2019-03-29T15:03:08.645" v="827" actId="20577"/>
        <pc:sldMkLst>
          <pc:docMk/>
          <pc:sldMk cId="906536167" sldId="2922"/>
        </pc:sldMkLst>
        <pc:spChg chg="mod">
          <ac:chgData name="Romi Satria Wahono" userId="6b25786c5b08eadd" providerId="LiveId" clId="{11CEEE01-E99A-4B76-A3BC-63ECD3C43117}" dt="2019-03-29T14:55:45.925" v="624" actId="20577"/>
          <ac:spMkLst>
            <pc:docMk/>
            <pc:sldMk cId="906536167" sldId="2922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5:03:08.645" v="827" actId="20577"/>
          <ac:spMkLst>
            <pc:docMk/>
            <pc:sldMk cId="906536167" sldId="2922"/>
            <ac:spMk id="3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03:13.639" v="841" actId="20577"/>
        <pc:sldMkLst>
          <pc:docMk/>
          <pc:sldMk cId="172778420" sldId="2923"/>
        </pc:sldMkLst>
        <pc:spChg chg="mod">
          <ac:chgData name="Romi Satria Wahono" userId="6b25786c5b08eadd" providerId="LiveId" clId="{11CEEE01-E99A-4B76-A3BC-63ECD3C43117}" dt="2019-03-29T15:03:13.639" v="841" actId="20577"/>
          <ac:spMkLst>
            <pc:docMk/>
            <pc:sldMk cId="172778420" sldId="2923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184041772" sldId="292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803454814" sldId="2925"/>
        </pc:sldMkLst>
      </pc:sldChg>
      <pc:sldChg chg="modSp add">
        <pc:chgData name="Romi Satria Wahono" userId="6b25786c5b08eadd" providerId="LiveId" clId="{11CEEE01-E99A-4B76-A3BC-63ECD3C43117}" dt="2019-03-29T15:03:37.793" v="875" actId="20577"/>
        <pc:sldMkLst>
          <pc:docMk/>
          <pc:sldMk cId="62244152" sldId="2926"/>
        </pc:sldMkLst>
        <pc:spChg chg="mod">
          <ac:chgData name="Romi Satria Wahono" userId="6b25786c5b08eadd" providerId="LiveId" clId="{11CEEE01-E99A-4B76-A3BC-63ECD3C43117}" dt="2019-03-29T15:03:37.793" v="875" actId="20577"/>
          <ac:spMkLst>
            <pc:docMk/>
            <pc:sldMk cId="62244152" sldId="2926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20557319" sldId="292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735746465" sldId="292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54101037" sldId="292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788408913" sldId="293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515223942" sldId="2931"/>
        </pc:sldMkLst>
      </pc:sldChg>
      <pc:sldChg chg="add del">
        <pc:chgData name="Romi Satria Wahono" userId="6b25786c5b08eadd" providerId="LiveId" clId="{11CEEE01-E99A-4B76-A3BC-63ECD3C43117}" dt="2019-03-29T15:03:50.612" v="876" actId="2696"/>
        <pc:sldMkLst>
          <pc:docMk/>
          <pc:sldMk cId="2949213213" sldId="293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586483730" sldId="2933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90903694" sldId="2934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843046302" sldId="2935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7954345" sldId="2936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395468604" sldId="2937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199266718" sldId="2938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3974012485" sldId="2939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71864944" sldId="2940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1228924576" sldId="2941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670216077" sldId="2942"/>
        </pc:sldMkLst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850431993" sldId="2943"/>
        </pc:sldMkLst>
      </pc:sldChg>
      <pc:sldChg chg="modSp add">
        <pc:chgData name="Romi Satria Wahono" userId="6b25786c5b08eadd" providerId="LiveId" clId="{11CEEE01-E99A-4B76-A3BC-63ECD3C43117}" dt="2019-03-29T15:05:38.394" v="938" actId="20577"/>
        <pc:sldMkLst>
          <pc:docMk/>
          <pc:sldMk cId="741251049" sldId="2944"/>
        </pc:sldMkLst>
        <pc:spChg chg="mod">
          <ac:chgData name="Romi Satria Wahono" userId="6b25786c5b08eadd" providerId="LiveId" clId="{11CEEE01-E99A-4B76-A3BC-63ECD3C43117}" dt="2019-03-29T15:05:38.394" v="938" actId="20577"/>
          <ac:spMkLst>
            <pc:docMk/>
            <pc:sldMk cId="741251049" sldId="2944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7:56.316" v="595"/>
        <pc:sldMkLst>
          <pc:docMk/>
          <pc:sldMk cId="2122932247" sldId="2945"/>
        </pc:sldMkLst>
      </pc:sldChg>
      <pc:sldChg chg="modSp add">
        <pc:chgData name="Romi Satria Wahono" userId="6b25786c5b08eadd" providerId="LiveId" clId="{11CEEE01-E99A-4B76-A3BC-63ECD3C43117}" dt="2019-03-29T15:16:32.233" v="1113" actId="404"/>
        <pc:sldMkLst>
          <pc:docMk/>
          <pc:sldMk cId="2958388685" sldId="2946"/>
        </pc:sldMkLst>
        <pc:spChg chg="mod">
          <ac:chgData name="Romi Satria Wahono" userId="6b25786c5b08eadd" providerId="LiveId" clId="{11CEEE01-E99A-4B76-A3BC-63ECD3C43117}" dt="2019-03-29T15:07:07.371" v="973" actId="20577"/>
          <ac:spMkLst>
            <pc:docMk/>
            <pc:sldMk cId="2958388685" sldId="2946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5:16:32.233" v="1113" actId="404"/>
          <ac:spMkLst>
            <pc:docMk/>
            <pc:sldMk cId="2958388685" sldId="2946"/>
            <ac:spMk id="3" creationId="{00000000-0000-0000-0000-000000000000}"/>
          </ac:spMkLst>
        </pc:spChg>
      </pc:sldChg>
      <pc:sldChg chg="add del">
        <pc:chgData name="Romi Satria Wahono" userId="6b25786c5b08eadd" providerId="LiveId" clId="{11CEEE01-E99A-4B76-A3BC-63ECD3C43117}" dt="2019-03-29T15:09:28.681" v="998" actId="2696"/>
        <pc:sldMkLst>
          <pc:docMk/>
          <pc:sldMk cId="2555493364" sldId="2947"/>
        </pc:sldMkLst>
      </pc:sldChg>
      <pc:sldChg chg="add del">
        <pc:chgData name="Romi Satria Wahono" userId="6b25786c5b08eadd" providerId="LiveId" clId="{11CEEE01-E99A-4B76-A3BC-63ECD3C43117}" dt="2019-03-29T15:09:39.082" v="999" actId="2696"/>
        <pc:sldMkLst>
          <pc:docMk/>
          <pc:sldMk cId="1122298591" sldId="2948"/>
        </pc:sldMkLst>
      </pc:sldChg>
      <pc:sldChg chg="add del">
        <pc:chgData name="Romi Satria Wahono" userId="6b25786c5b08eadd" providerId="LiveId" clId="{11CEEE01-E99A-4B76-A3BC-63ECD3C43117}" dt="2019-03-29T15:09:39.116" v="1000" actId="2696"/>
        <pc:sldMkLst>
          <pc:docMk/>
          <pc:sldMk cId="2892308625" sldId="2949"/>
        </pc:sldMkLst>
      </pc:sldChg>
      <pc:sldChg chg="modSp add del">
        <pc:chgData name="Romi Satria Wahono" userId="6b25786c5b08eadd" providerId="LiveId" clId="{11CEEE01-E99A-4B76-A3BC-63ECD3C43117}" dt="2019-03-29T15:11:49.883" v="1051" actId="207"/>
        <pc:sldMkLst>
          <pc:docMk/>
          <pc:sldMk cId="531341695" sldId="2950"/>
        </pc:sldMkLst>
        <pc:spChg chg="mod">
          <ac:chgData name="Romi Satria Wahono" userId="6b25786c5b08eadd" providerId="LiveId" clId="{11CEEE01-E99A-4B76-A3BC-63ECD3C43117}" dt="2019-03-29T15:11:49.883" v="1051" actId="207"/>
          <ac:spMkLst>
            <pc:docMk/>
            <pc:sldMk cId="531341695" sldId="2950"/>
            <ac:spMk id="3" creationId="{00000000-0000-0000-0000-000000000000}"/>
          </ac:spMkLst>
        </pc:spChg>
      </pc:sldChg>
      <pc:sldChg chg="add del">
        <pc:chgData name="Romi Satria Wahono" userId="6b25786c5b08eadd" providerId="LiveId" clId="{11CEEE01-E99A-4B76-A3BC-63ECD3C43117}" dt="2019-03-29T15:09:26.092" v="991" actId="2696"/>
        <pc:sldMkLst>
          <pc:docMk/>
          <pc:sldMk cId="4047513864" sldId="2951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360410516" sldId="2952"/>
        </pc:sldMkLst>
      </pc:sldChg>
      <pc:sldChg chg="modSp add">
        <pc:chgData name="Romi Satria Wahono" userId="6b25786c5b08eadd" providerId="LiveId" clId="{11CEEE01-E99A-4B76-A3BC-63ECD3C43117}" dt="2019-03-29T15:13:24.378" v="1068" actId="404"/>
        <pc:sldMkLst>
          <pc:docMk/>
          <pc:sldMk cId="3767154046" sldId="2953"/>
        </pc:sldMkLst>
        <pc:spChg chg="mod">
          <ac:chgData name="Romi Satria Wahono" userId="6b25786c5b08eadd" providerId="LiveId" clId="{11CEEE01-E99A-4B76-A3BC-63ECD3C43117}" dt="2019-03-29T15:12:30.015" v="1058" actId="20577"/>
          <ac:spMkLst>
            <pc:docMk/>
            <pc:sldMk cId="3767154046" sldId="2953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5:13:24.378" v="1068" actId="404"/>
          <ac:spMkLst>
            <pc:docMk/>
            <pc:sldMk cId="3767154046" sldId="2953"/>
            <ac:spMk id="3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3515558680" sldId="2954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1650932988" sldId="2955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574232782" sldId="2956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69215032" sldId="2957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53795269" sldId="2958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1870672682" sldId="2959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741415705" sldId="2960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1907428424" sldId="2961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874908609" sldId="2962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3321028035" sldId="2963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710881479" sldId="2964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3682316066" sldId="2965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909506415" sldId="2966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16156566" sldId="2967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355377378" sldId="2968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219553948" sldId="2969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038877595" sldId="2970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178355461" sldId="2971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1454209661" sldId="2972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913683304" sldId="2973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830064828" sldId="2974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695173619" sldId="2975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4030269478" sldId="2976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094803922" sldId="2977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1801411410" sldId="2978"/>
        </pc:sldMkLst>
      </pc:sldChg>
      <pc:sldChg chg="add">
        <pc:chgData name="Romi Satria Wahono" userId="6b25786c5b08eadd" providerId="LiveId" clId="{11CEEE01-E99A-4B76-A3BC-63ECD3C43117}" dt="2019-03-29T14:38:38.055" v="596"/>
        <pc:sldMkLst>
          <pc:docMk/>
          <pc:sldMk cId="2177369629" sldId="2979"/>
        </pc:sldMkLst>
      </pc:sldChg>
      <pc:sldChg chg="modSp add">
        <pc:chgData name="Romi Satria Wahono" userId="6b25786c5b08eadd" providerId="LiveId" clId="{11CEEE01-E99A-4B76-A3BC-63ECD3C43117}" dt="2019-03-29T15:13:17.138" v="1067" actId="404"/>
        <pc:sldMkLst>
          <pc:docMk/>
          <pc:sldMk cId="1145892042" sldId="2980"/>
        </pc:sldMkLst>
        <pc:spChg chg="mod">
          <ac:chgData name="Romi Satria Wahono" userId="6b25786c5b08eadd" providerId="LiveId" clId="{11CEEE01-E99A-4B76-A3BC-63ECD3C43117}" dt="2019-03-29T15:12:59.020" v="1064" actId="404"/>
          <ac:spMkLst>
            <pc:docMk/>
            <pc:sldMk cId="1145892042" sldId="2980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5:13:17.138" v="1067" actId="404"/>
          <ac:spMkLst>
            <pc:docMk/>
            <pc:sldMk cId="1145892042" sldId="2980"/>
            <ac:spMk id="3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26:17.428" v="1217" actId="14100"/>
        <pc:sldMkLst>
          <pc:docMk/>
          <pc:sldMk cId="3429553894" sldId="2981"/>
        </pc:sldMkLst>
        <pc:spChg chg="mod">
          <ac:chgData name="Romi Satria Wahono" userId="6b25786c5b08eadd" providerId="LiveId" clId="{11CEEE01-E99A-4B76-A3BC-63ECD3C43117}" dt="2019-03-29T15:00:50.575" v="798" actId="403"/>
          <ac:spMkLst>
            <pc:docMk/>
            <pc:sldMk cId="3429553894" sldId="2981"/>
            <ac:spMk id="2" creationId="{00000000-0000-0000-0000-000000000000}"/>
          </ac:spMkLst>
        </pc:spChg>
        <pc:spChg chg="mod">
          <ac:chgData name="Romi Satria Wahono" userId="6b25786c5b08eadd" providerId="LiveId" clId="{11CEEE01-E99A-4B76-A3BC-63ECD3C43117}" dt="2019-03-29T15:26:17.428" v="1217" actId="14100"/>
          <ac:spMkLst>
            <pc:docMk/>
            <pc:sldMk cId="3429553894" sldId="2981"/>
            <ac:spMk id="3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13:37.933" v="1070" actId="20577"/>
        <pc:sldMkLst>
          <pc:docMk/>
          <pc:sldMk cId="1289511372" sldId="2982"/>
        </pc:sldMkLst>
        <pc:spChg chg="mod">
          <ac:chgData name="Romi Satria Wahono" userId="6b25786c5b08eadd" providerId="LiveId" clId="{11CEEE01-E99A-4B76-A3BC-63ECD3C43117}" dt="2019-03-29T15:13:37.933" v="1070" actId="20577"/>
          <ac:spMkLst>
            <pc:docMk/>
            <pc:sldMk cId="1289511372" sldId="2982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4043853394" sldId="2983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980149550" sldId="2984"/>
        </pc:sldMkLst>
      </pc:sldChg>
      <pc:sldChg chg="modSp add del">
        <pc:chgData name="Romi Satria Wahono" userId="6b25786c5b08eadd" providerId="LiveId" clId="{11CEEE01-E99A-4B76-A3BC-63ECD3C43117}" dt="2019-03-29T15:26:23.153" v="1218" actId="2696"/>
        <pc:sldMkLst>
          <pc:docMk/>
          <pc:sldMk cId="1360102238" sldId="2985"/>
        </pc:sldMkLst>
        <pc:spChg chg="mod">
          <ac:chgData name="Romi Satria Wahono" userId="6b25786c5b08eadd" providerId="LiveId" clId="{11CEEE01-E99A-4B76-A3BC-63ECD3C43117}" dt="2019-03-29T15:13:43.466" v="1072" actId="20577"/>
          <ac:spMkLst>
            <pc:docMk/>
            <pc:sldMk cId="1360102238" sldId="2985"/>
            <ac:spMk id="2" creationId="{00000000-0000-0000-0000-000000000000}"/>
          </ac:spMkLst>
        </pc:spChg>
      </pc:sldChg>
      <pc:sldChg chg="modSp add">
        <pc:chgData name="Romi Satria Wahono" userId="6b25786c5b08eadd" providerId="LiveId" clId="{11CEEE01-E99A-4B76-A3BC-63ECD3C43117}" dt="2019-03-29T15:26:39.632" v="1229" actId="20577"/>
        <pc:sldMkLst>
          <pc:docMk/>
          <pc:sldMk cId="2590850715" sldId="2986"/>
        </pc:sldMkLst>
        <pc:spChg chg="mod">
          <ac:chgData name="Romi Satria Wahono" userId="6b25786c5b08eadd" providerId="LiveId" clId="{11CEEE01-E99A-4B76-A3BC-63ECD3C43117}" dt="2019-03-29T15:26:39.632" v="1229" actId="20577"/>
          <ac:spMkLst>
            <pc:docMk/>
            <pc:sldMk cId="2590850715" sldId="2986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640115963" sldId="2987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1512867981" sldId="2988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010605388" sldId="2989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104938727" sldId="2990"/>
        </pc:sldMkLst>
      </pc:sldChg>
      <pc:sldChg chg="modSp add">
        <pc:chgData name="Romi Satria Wahono" userId="6b25786c5b08eadd" providerId="LiveId" clId="{11CEEE01-E99A-4B76-A3BC-63ECD3C43117}" dt="2019-03-29T15:01:25.553" v="799" actId="1076"/>
        <pc:sldMkLst>
          <pc:docMk/>
          <pc:sldMk cId="2709138572" sldId="2991"/>
        </pc:sldMkLst>
        <pc:picChg chg="mod">
          <ac:chgData name="Romi Satria Wahono" userId="6b25786c5b08eadd" providerId="LiveId" clId="{11CEEE01-E99A-4B76-A3BC-63ECD3C43117}" dt="2019-03-29T15:01:25.553" v="799" actId="1076"/>
          <ac:picMkLst>
            <pc:docMk/>
            <pc:sldMk cId="2709138572" sldId="2991"/>
            <ac:picMk id="5" creationId="{00000000-0000-0000-0000-000000000000}"/>
          </ac:picMkLst>
        </pc:picChg>
      </pc:sldChg>
      <pc:sldChg chg="modSp add">
        <pc:chgData name="Romi Satria Wahono" userId="6b25786c5b08eadd" providerId="LiveId" clId="{11CEEE01-E99A-4B76-A3BC-63ECD3C43117}" dt="2019-03-29T15:01:29.511" v="800" actId="1076"/>
        <pc:sldMkLst>
          <pc:docMk/>
          <pc:sldMk cId="1237351762" sldId="2992"/>
        </pc:sldMkLst>
        <pc:picChg chg="mod">
          <ac:chgData name="Romi Satria Wahono" userId="6b25786c5b08eadd" providerId="LiveId" clId="{11CEEE01-E99A-4B76-A3BC-63ECD3C43117}" dt="2019-03-29T15:01:29.511" v="800" actId="1076"/>
          <ac:picMkLst>
            <pc:docMk/>
            <pc:sldMk cId="1237351762" sldId="2992"/>
            <ac:picMk id="5" creationId="{00000000-0000-0000-0000-000000000000}"/>
          </ac:picMkLst>
        </pc:picChg>
      </pc:sldChg>
      <pc:sldChg chg="modSp add">
        <pc:chgData name="Romi Satria Wahono" userId="6b25786c5b08eadd" providerId="LiveId" clId="{11CEEE01-E99A-4B76-A3BC-63ECD3C43117}" dt="2019-03-29T15:01:33.550" v="801" actId="1076"/>
        <pc:sldMkLst>
          <pc:docMk/>
          <pc:sldMk cId="430731857" sldId="2993"/>
        </pc:sldMkLst>
        <pc:picChg chg="mod">
          <ac:chgData name="Romi Satria Wahono" userId="6b25786c5b08eadd" providerId="LiveId" clId="{11CEEE01-E99A-4B76-A3BC-63ECD3C43117}" dt="2019-03-29T15:01:33.550" v="801" actId="1076"/>
          <ac:picMkLst>
            <pc:docMk/>
            <pc:sldMk cId="430731857" sldId="2993"/>
            <ac:picMk id="5" creationId="{00000000-0000-0000-0000-000000000000}"/>
          </ac:picMkLst>
        </pc:picChg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101392863" sldId="2994"/>
        </pc:sldMkLst>
      </pc:sldChg>
      <pc:sldChg chg="modSp add">
        <pc:chgData name="Romi Satria Wahono" userId="6b25786c5b08eadd" providerId="LiveId" clId="{11CEEE01-E99A-4B76-A3BC-63ECD3C43117}" dt="2019-03-29T15:26:55.080" v="1243" actId="20577"/>
        <pc:sldMkLst>
          <pc:docMk/>
          <pc:sldMk cId="2692770541" sldId="2995"/>
        </pc:sldMkLst>
        <pc:spChg chg="mod">
          <ac:chgData name="Romi Satria Wahono" userId="6b25786c5b08eadd" providerId="LiveId" clId="{11CEEE01-E99A-4B76-A3BC-63ECD3C43117}" dt="2019-03-29T15:26:55.080" v="1243" actId="20577"/>
          <ac:spMkLst>
            <pc:docMk/>
            <pc:sldMk cId="2692770541" sldId="2995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2353068729" sldId="2996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2366490348" sldId="2997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137612566" sldId="2998"/>
        </pc:sldMkLst>
      </pc:sldChg>
      <pc:sldChg chg="modSp add del">
        <pc:chgData name="Romi Satria Wahono" userId="6b25786c5b08eadd" providerId="LiveId" clId="{11CEEE01-E99A-4B76-A3BC-63ECD3C43117}" dt="2019-03-29T15:32:12.642" v="1244" actId="2696"/>
        <pc:sldMkLst>
          <pc:docMk/>
          <pc:sldMk cId="1700413652" sldId="2999"/>
        </pc:sldMkLst>
        <pc:spChg chg="mod">
          <ac:chgData name="Romi Satria Wahono" userId="6b25786c5b08eadd" providerId="LiveId" clId="{11CEEE01-E99A-4B76-A3BC-63ECD3C43117}" dt="2019-03-29T15:13:53.558" v="1076" actId="20577"/>
          <ac:spMkLst>
            <pc:docMk/>
            <pc:sldMk cId="1700413652" sldId="2999"/>
            <ac:spMk id="2" creationId="{00000000-0000-0000-0000-000000000000}"/>
          </ac:spMkLst>
        </pc:spChg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249126242" sldId="3000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2842262204" sldId="3001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3970782348" sldId="3002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405625091" sldId="3003"/>
        </pc:sldMkLst>
      </pc:sldChg>
      <pc:sldChg chg="add">
        <pc:chgData name="Romi Satria Wahono" userId="6b25786c5b08eadd" providerId="LiveId" clId="{11CEEE01-E99A-4B76-A3BC-63ECD3C43117}" dt="2019-03-29T14:39:13.138" v="597"/>
        <pc:sldMkLst>
          <pc:docMk/>
          <pc:sldMk cId="2908106303" sldId="3004"/>
        </pc:sldMkLst>
      </pc:sldChg>
      <pc:sldChg chg="add">
        <pc:chgData name="Romi Satria Wahono" userId="6b25786c5b08eadd" providerId="LiveId" clId="{11CEEE01-E99A-4B76-A3BC-63ECD3C43117}" dt="2019-03-29T15:35:04.754" v="1246"/>
        <pc:sldMkLst>
          <pc:docMk/>
          <pc:sldMk cId="1756891348" sldId="3005"/>
        </pc:sldMkLst>
      </pc:sldChg>
      <pc:sldChg chg="modSp add del">
        <pc:chgData name="Romi Satria Wahono" userId="6b25786c5b08eadd" providerId="LiveId" clId="{11CEEE01-E99A-4B76-A3BC-63ECD3C43117}" dt="2019-03-29T15:12:11.681" v="1053" actId="2696"/>
        <pc:sldMkLst>
          <pc:docMk/>
          <pc:sldMk cId="2947744475" sldId="3005"/>
        </pc:sldMkLst>
        <pc:spChg chg="mod">
          <ac:chgData name="Romi Satria Wahono" userId="6b25786c5b08eadd" providerId="LiveId" clId="{11CEEE01-E99A-4B76-A3BC-63ECD3C43117}" dt="2019-03-29T15:11:42.753" v="1050" actId="20577"/>
          <ac:spMkLst>
            <pc:docMk/>
            <pc:sldMk cId="2947744475" sldId="3005"/>
            <ac:spMk id="2" creationId="{00000000-0000-0000-0000-000000000000}"/>
          </ac:spMkLst>
        </pc:spChg>
      </pc:sldChg>
      <pc:sldChg chg="add del">
        <pc:chgData name="Romi Satria Wahono" userId="6b25786c5b08eadd" providerId="LiveId" clId="{11CEEE01-E99A-4B76-A3BC-63ECD3C43117}" dt="2019-03-29T15:12:32.176" v="1059" actId="2696"/>
        <pc:sldMkLst>
          <pc:docMk/>
          <pc:sldMk cId="2361779692" sldId="3006"/>
        </pc:sldMkLst>
      </pc:sldChg>
      <pc:sldChg chg="add">
        <pc:chgData name="Romi Satria Wahono" userId="6b25786c5b08eadd" providerId="LiveId" clId="{11CEEE01-E99A-4B76-A3BC-63ECD3C43117}" dt="2019-03-29T15:35:18.790" v="1247"/>
        <pc:sldMkLst>
          <pc:docMk/>
          <pc:sldMk cId="3055944686" sldId="3006"/>
        </pc:sldMkLst>
      </pc:sldChg>
      <pc:sldChg chg="add">
        <pc:chgData name="Romi Satria Wahono" userId="6b25786c5b08eadd" providerId="LiveId" clId="{11CEEE01-E99A-4B76-A3BC-63ECD3C43117}" dt="2019-03-29T15:35:29.282" v="1248"/>
        <pc:sldMkLst>
          <pc:docMk/>
          <pc:sldMk cId="2770850978" sldId="3007"/>
        </pc:sldMkLst>
      </pc:sldChg>
      <pc:sldChg chg="add">
        <pc:chgData name="Romi Satria Wahono" userId="6b25786c5b08eadd" providerId="LiveId" clId="{11CEEE01-E99A-4B76-A3BC-63ECD3C43117}" dt="2019-03-29T15:35:41.201" v="1249"/>
        <pc:sldMkLst>
          <pc:docMk/>
          <pc:sldMk cId="1737726459" sldId="3008"/>
        </pc:sldMkLst>
      </pc:sldChg>
      <pc:sldChg chg="add">
        <pc:chgData name="Romi Satria Wahono" userId="6b25786c5b08eadd" providerId="LiveId" clId="{11CEEE01-E99A-4B76-A3BC-63ECD3C43117}" dt="2019-03-29T15:35:52.802" v="1250"/>
        <pc:sldMkLst>
          <pc:docMk/>
          <pc:sldMk cId="474199773" sldId="3009"/>
        </pc:sldMkLst>
      </pc:sldChg>
      <pc:sldChg chg="add">
        <pc:chgData name="Romi Satria Wahono" userId="6b25786c5b08eadd" providerId="LiveId" clId="{11CEEE01-E99A-4B76-A3BC-63ECD3C43117}" dt="2019-03-29T15:37:27.871" v="1251"/>
        <pc:sldMkLst>
          <pc:docMk/>
          <pc:sldMk cId="1761044376" sldId="3010"/>
        </pc:sldMkLst>
      </pc:sldChg>
      <pc:sldMasterChg chg="modSp">
        <pc:chgData name="Romi Satria Wahono" userId="6b25786c5b08eadd" providerId="LiveId" clId="{11CEEE01-E99A-4B76-A3BC-63ECD3C43117}" dt="2019-03-29T15:40:17.842" v="1260" actId="14100"/>
        <pc:sldMasterMkLst>
          <pc:docMk/>
          <pc:sldMasterMk cId="3760835858" sldId="2147483731"/>
        </pc:sldMasterMkLst>
        <pc:picChg chg="mod">
          <ac:chgData name="Romi Satria Wahono" userId="6b25786c5b08eadd" providerId="LiveId" clId="{11CEEE01-E99A-4B76-A3BC-63ECD3C43117}" dt="2019-03-29T15:40:09.089" v="1259" actId="14100"/>
          <ac:picMkLst>
            <pc:docMk/>
            <pc:sldMasterMk cId="3760835858" sldId="2147483731"/>
            <ac:picMk id="9" creationId="{00000000-0000-0000-0000-000000000000}"/>
          </ac:picMkLst>
        </pc:picChg>
        <pc:picChg chg="mod">
          <ac:chgData name="Romi Satria Wahono" userId="6b25786c5b08eadd" providerId="LiveId" clId="{11CEEE01-E99A-4B76-A3BC-63ECD3C43117}" dt="2019-03-29T15:40:17.842" v="1260" actId="14100"/>
          <ac:picMkLst>
            <pc:docMk/>
            <pc:sldMasterMk cId="3760835858" sldId="2147483731"/>
            <ac:picMk id="10" creationId="{00000000-0000-0000-0000-000000000000}"/>
          </ac:picMkLst>
        </pc:pic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SWResearch\Seminar\Wahono%20-%20SE%20Trend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Studies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Software Design and Construction</c:v>
                </c:pt>
                <c:pt idx="1">
                  <c:v>Requirement Engineering</c:v>
                </c:pt>
                <c:pt idx="2">
                  <c:v>Software Process Improvement</c:v>
                </c:pt>
                <c:pt idx="3">
                  <c:v>Software Testing</c:v>
                </c:pt>
                <c:pt idx="4">
                  <c:v>Software Architecture</c:v>
                </c:pt>
                <c:pt idx="5">
                  <c:v>Software Maintenance and Evolution</c:v>
                </c:pt>
                <c:pt idx="6">
                  <c:v>Software Effort Estimation</c:v>
                </c:pt>
                <c:pt idx="7">
                  <c:v>Software Defect Prediction</c:v>
                </c:pt>
                <c:pt idx="8">
                  <c:v>Service Oriented Software</c:v>
                </c:pt>
                <c:pt idx="9">
                  <c:v>Self-Adaptive Software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</c:v>
                </c:pt>
                <c:pt idx="1">
                  <c:v>13</c:v>
                </c:pt>
                <c:pt idx="2">
                  <c:v>9</c:v>
                </c:pt>
                <c:pt idx="3">
                  <c:v>9</c:v>
                </c:pt>
                <c:pt idx="4">
                  <c:v>7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02-426A-ADAF-EB4D201E96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07369904"/>
        <c:axId val="807368272"/>
      </c:barChart>
      <c:catAx>
        <c:axId val="807369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68272"/>
        <c:crosses val="autoZero"/>
        <c:auto val="1"/>
        <c:lblAlgn val="ctr"/>
        <c:lblOffset val="100"/>
        <c:noMultiLvlLbl val="0"/>
      </c:catAx>
      <c:valAx>
        <c:axId val="807368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Studies</a:t>
                </a:r>
                <a:endParaRPr lang="id-ID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736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6.xml"/><Relationship Id="rId3" Type="http://schemas.openxmlformats.org/officeDocument/2006/relationships/slide" Target="../slides/slide24.xml"/><Relationship Id="rId7" Type="http://schemas.openxmlformats.org/officeDocument/2006/relationships/slide" Target="../slides/slide39.xml"/><Relationship Id="rId2" Type="http://schemas.openxmlformats.org/officeDocument/2006/relationships/slide" Target="../slides/slide18.xml"/><Relationship Id="rId1" Type="http://schemas.openxmlformats.org/officeDocument/2006/relationships/slide" Target="../slides/slide11.xml"/><Relationship Id="rId6" Type="http://schemas.openxmlformats.org/officeDocument/2006/relationships/slide" Target="../slides/slide10.xml"/><Relationship Id="rId5" Type="http://schemas.openxmlformats.org/officeDocument/2006/relationships/slide" Target="../slides/slide3.xml"/><Relationship Id="rId4" Type="http://schemas.openxmlformats.org/officeDocument/2006/relationships/slide" Target="../slides/slide2.xml"/><Relationship Id="rId9" Type="http://schemas.openxmlformats.org/officeDocument/2006/relationships/slide" Target="../slides/slide4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6A3370-3C8D-44B8-BC54-06A5B711ADAB}" type="doc">
      <dgm:prSet loTypeId="urn:microsoft.com/office/officeart/2005/8/layout/vList6" loCatId="process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448857-9039-48EA-B0EE-6284ABA43018}">
      <dgm:prSet custT="1"/>
      <dgm:spPr/>
      <dgm:t>
        <a:bodyPr anchor="ctr"/>
        <a:lstStyle/>
        <a:p>
          <a:pPr>
            <a:buFontTx/>
            <a:buNone/>
          </a:pPr>
          <a:r>
            <a:rPr lang="id-ID" sz="1400" dirty="0"/>
            <a:t>  1.1 </a:t>
          </a:r>
          <a:r>
            <a:rPr lang="en-US" sz="1400" dirty="0">
              <a:hlinkClick xmlns:r="http://schemas.openxmlformats.org/officeDocument/2006/relationships" r:id="rId1" action="ppaction://hlinksldjump"/>
            </a:rPr>
            <a:t>Definisi</a:t>
          </a:r>
          <a:r>
            <a:rPr lang="en-US" sz="1400" dirty="0"/>
            <a:t> </a:t>
          </a:r>
          <a:r>
            <a:rPr lang="en-US" sz="1400" dirty="0" err="1"/>
            <a:t>Penelitian</a:t>
          </a:r>
          <a:endParaRPr lang="en-ID" sz="1400" dirty="0"/>
        </a:p>
      </dgm:t>
    </dgm:pt>
    <dgm:pt modelId="{AD89A543-A6A3-4296-A8AA-175D1E846215}" type="parTrans" cxnId="{5CFCDCEB-D10F-44A7-B1BA-BEC8C9625317}">
      <dgm:prSet/>
      <dgm:spPr/>
      <dgm:t>
        <a:bodyPr/>
        <a:lstStyle/>
        <a:p>
          <a:endParaRPr lang="en-US"/>
        </a:p>
      </dgm:t>
    </dgm:pt>
    <dgm:pt modelId="{76BD32AC-0255-4A9D-A0A3-4BE6A62EBDE2}" type="sibTrans" cxnId="{5CFCDCEB-D10F-44A7-B1BA-BEC8C9625317}">
      <dgm:prSet/>
      <dgm:spPr/>
      <dgm:t>
        <a:bodyPr/>
        <a:lstStyle/>
        <a:p>
          <a:endParaRPr lang="en-US"/>
        </a:p>
      </dgm:t>
    </dgm:pt>
    <dgm:pt modelId="{AF6B38EC-C0E6-4D25-8ABF-22B8C4C7D2D3}">
      <dgm:prSet custT="1"/>
      <dgm:spPr/>
      <dgm:t>
        <a:bodyPr anchor="ctr"/>
        <a:lstStyle/>
        <a:p>
          <a:pPr>
            <a:buFontTx/>
            <a:buNone/>
          </a:pPr>
          <a:r>
            <a:rPr lang="id-ID" sz="1400" dirty="0"/>
            <a:t>  1.2 </a:t>
          </a:r>
          <a:r>
            <a:rPr lang="en-US" sz="1400" dirty="0">
              <a:hlinkClick xmlns:r="http://schemas.openxmlformats.org/officeDocument/2006/relationships" r:id="rId2" action="ppaction://hlinksldjump"/>
            </a:rPr>
            <a:t>Klasifikasi</a:t>
          </a:r>
          <a:r>
            <a:rPr lang="en-US" sz="1400" dirty="0"/>
            <a:t> </a:t>
          </a:r>
          <a:r>
            <a:rPr lang="en-US" sz="1400" dirty="0" err="1"/>
            <a:t>Penelitian</a:t>
          </a:r>
          <a:endParaRPr lang="en-ID" sz="1400" dirty="0"/>
        </a:p>
      </dgm:t>
    </dgm:pt>
    <dgm:pt modelId="{7DFD94CF-2715-427C-AE5A-76FA2582B5B5}" type="parTrans" cxnId="{BC0C2799-E437-419E-901A-B44D62134400}">
      <dgm:prSet/>
      <dgm:spPr/>
      <dgm:t>
        <a:bodyPr/>
        <a:lstStyle/>
        <a:p>
          <a:endParaRPr lang="en-US"/>
        </a:p>
      </dgm:t>
    </dgm:pt>
    <dgm:pt modelId="{EAD43EE4-8681-4980-877E-030C97DE6ADB}" type="sibTrans" cxnId="{BC0C2799-E437-419E-901A-B44D62134400}">
      <dgm:prSet/>
      <dgm:spPr/>
      <dgm:t>
        <a:bodyPr/>
        <a:lstStyle/>
        <a:p>
          <a:endParaRPr lang="en-US"/>
        </a:p>
      </dgm:t>
    </dgm:pt>
    <dgm:pt modelId="{6683A851-81C5-480F-9292-F7098F46C695}">
      <dgm:prSet custT="1"/>
      <dgm:spPr/>
      <dgm:t>
        <a:bodyPr anchor="ctr"/>
        <a:lstStyle/>
        <a:p>
          <a:pPr>
            <a:buFontTx/>
            <a:buNone/>
          </a:pPr>
          <a:r>
            <a:rPr lang="id-ID" sz="1400" dirty="0"/>
            <a:t>  1.3 </a:t>
          </a:r>
          <a:r>
            <a:rPr lang="en-US" sz="1400" dirty="0">
              <a:hlinkClick xmlns:r="http://schemas.openxmlformats.org/officeDocument/2006/relationships" r:id="rId3" action="ppaction://hlinksldjump"/>
            </a:rPr>
            <a:t>Gaya</a:t>
          </a:r>
          <a:r>
            <a:rPr lang="en-US" sz="1400" dirty="0"/>
            <a:t> </a:t>
          </a:r>
          <a:r>
            <a:rPr lang="en-US" sz="1400" dirty="0" err="1"/>
            <a:t>Penelitian</a:t>
          </a:r>
          <a:r>
            <a:rPr lang="en-US" sz="1400" dirty="0"/>
            <a:t> Computing</a:t>
          </a:r>
          <a:endParaRPr lang="id-ID" sz="1400" dirty="0"/>
        </a:p>
      </dgm:t>
    </dgm:pt>
    <dgm:pt modelId="{0BAF01D1-3B08-4D0A-8FF5-8993E1603158}" type="parTrans" cxnId="{B3C8BDF1-FBED-4F2D-A989-52024B58A87C}">
      <dgm:prSet/>
      <dgm:spPr/>
      <dgm:t>
        <a:bodyPr/>
        <a:lstStyle/>
        <a:p>
          <a:endParaRPr lang="en-US"/>
        </a:p>
      </dgm:t>
    </dgm:pt>
    <dgm:pt modelId="{8B95642C-F792-4350-B0C4-D1C9799A5263}" type="sibTrans" cxnId="{B3C8BDF1-FBED-4F2D-A989-52024B58A87C}">
      <dgm:prSet/>
      <dgm:spPr/>
      <dgm:t>
        <a:bodyPr/>
        <a:lstStyle/>
        <a:p>
          <a:endParaRPr lang="en-US"/>
        </a:p>
      </dgm:t>
    </dgm:pt>
    <dgm:pt modelId="{354ACE7E-005D-4657-97E0-189784F431BD}">
      <dgm:prSet custT="1"/>
      <dgm:spPr/>
      <dgm:t>
        <a:bodyPr/>
        <a:lstStyle/>
        <a:p>
          <a:pPr algn="l"/>
          <a:r>
            <a:rPr lang="id-ID" sz="2400" dirty="0"/>
            <a:t>2. </a:t>
          </a:r>
          <a:r>
            <a:rPr lang="en-US" sz="2400" dirty="0">
              <a:hlinkClick xmlns:r="http://schemas.openxmlformats.org/officeDocument/2006/relationships" r:id="rId4" action="ppaction://hlinksldjump"/>
            </a:rPr>
            <a:t>Tahapan</a:t>
          </a:r>
          <a:r>
            <a:rPr lang="en-US" sz="2400" dirty="0"/>
            <a:t> </a:t>
          </a:r>
          <a:r>
            <a:rPr lang="en-US" sz="2400" dirty="0" err="1"/>
            <a:t>Penelitian</a:t>
          </a:r>
          <a:endParaRPr lang="id-ID" sz="2400" dirty="0"/>
        </a:p>
      </dgm:t>
    </dgm:pt>
    <dgm:pt modelId="{BC0B78E4-7666-4357-B9C2-70E690047842}" type="parTrans" cxnId="{74A2B115-DB51-4AA9-B2FF-1190BE292086}">
      <dgm:prSet/>
      <dgm:spPr/>
      <dgm:t>
        <a:bodyPr/>
        <a:lstStyle/>
        <a:p>
          <a:endParaRPr lang="en-US"/>
        </a:p>
      </dgm:t>
    </dgm:pt>
    <dgm:pt modelId="{260049A6-EA14-4E0F-BCBF-51636D50172A}" type="sibTrans" cxnId="{74A2B115-DB51-4AA9-B2FF-1190BE292086}">
      <dgm:prSet/>
      <dgm:spPr/>
      <dgm:t>
        <a:bodyPr/>
        <a:lstStyle/>
        <a:p>
          <a:endParaRPr lang="en-US"/>
        </a:p>
      </dgm:t>
    </dgm:pt>
    <dgm:pt modelId="{21693F81-1239-4DF2-922D-4CE28801A2CB}">
      <dgm:prSet custT="1"/>
      <dgm:spPr/>
      <dgm:t>
        <a:bodyPr anchor="ctr"/>
        <a:lstStyle/>
        <a:p>
          <a:pPr>
            <a:buFontTx/>
            <a:buNone/>
          </a:pPr>
          <a:r>
            <a:rPr lang="en-ID" sz="1400" dirty="0"/>
            <a:t>  2.1 </a:t>
          </a:r>
          <a:r>
            <a:rPr lang="en-ID" sz="1400" dirty="0" err="1"/>
            <a:t>Tahapan</a:t>
          </a:r>
          <a:r>
            <a:rPr lang="en-ID" sz="1400" dirty="0"/>
            <a:t> </a:t>
          </a:r>
          <a:r>
            <a:rPr lang="en-ID" sz="1400" dirty="0" err="1"/>
            <a:t>Penelitian</a:t>
          </a:r>
          <a:r>
            <a:rPr lang="en-ID" sz="1400" dirty="0"/>
            <a:t> </a:t>
          </a:r>
          <a:r>
            <a:rPr lang="en-ID" sz="1400" dirty="0">
              <a:hlinkClick xmlns:r="http://schemas.openxmlformats.org/officeDocument/2006/relationships" r:id="rId5" action="ppaction://hlinksldjump"/>
            </a:rPr>
            <a:t>Umum</a:t>
          </a:r>
          <a:endParaRPr lang="id-ID" sz="1400" dirty="0"/>
        </a:p>
      </dgm:t>
    </dgm:pt>
    <dgm:pt modelId="{901BA89B-12AA-4347-BAFE-D79C0A5421BF}" type="parTrans" cxnId="{51BAB7AE-EF62-42BE-8F70-BC19ED83AF69}">
      <dgm:prSet/>
      <dgm:spPr/>
      <dgm:t>
        <a:bodyPr/>
        <a:lstStyle/>
        <a:p>
          <a:endParaRPr lang="en-US"/>
        </a:p>
      </dgm:t>
    </dgm:pt>
    <dgm:pt modelId="{7337FBE3-1758-4A89-8179-A0E2A5EE29A4}" type="sibTrans" cxnId="{51BAB7AE-EF62-42BE-8F70-BC19ED83AF69}">
      <dgm:prSet/>
      <dgm:spPr/>
      <dgm:t>
        <a:bodyPr/>
        <a:lstStyle/>
        <a:p>
          <a:endParaRPr lang="en-US"/>
        </a:p>
      </dgm:t>
    </dgm:pt>
    <dgm:pt modelId="{0F62B82D-2211-4660-A2D6-C27E395F6BE1}">
      <dgm:prSet custT="1"/>
      <dgm:spPr/>
      <dgm:t>
        <a:bodyPr/>
        <a:lstStyle/>
        <a:p>
          <a:pPr algn="l"/>
          <a:r>
            <a:rPr lang="id-ID" sz="2400" dirty="0"/>
            <a:t>3. </a:t>
          </a:r>
          <a:r>
            <a:rPr lang="en-US" sz="2400" dirty="0">
              <a:hlinkClick xmlns:r="http://schemas.openxmlformats.org/officeDocument/2006/relationships" r:id="" action="ppaction://noaction"/>
            </a:rPr>
            <a:t>Literature</a:t>
          </a:r>
          <a:r>
            <a:rPr lang="en-US" sz="2400" dirty="0"/>
            <a:t> Review</a:t>
          </a:r>
          <a:endParaRPr lang="id-ID" sz="2400" dirty="0"/>
        </a:p>
      </dgm:t>
    </dgm:pt>
    <dgm:pt modelId="{86C90B9A-1763-43D8-BEA7-98BEA89224C7}" type="parTrans" cxnId="{A533DB7D-BADE-484F-90EE-D561F81C5824}">
      <dgm:prSet/>
      <dgm:spPr/>
      <dgm:t>
        <a:bodyPr/>
        <a:lstStyle/>
        <a:p>
          <a:endParaRPr lang="en-US"/>
        </a:p>
      </dgm:t>
    </dgm:pt>
    <dgm:pt modelId="{CC009A08-B6BC-4560-8C95-968ACCA51FA1}" type="sibTrans" cxnId="{A533DB7D-BADE-484F-90EE-D561F81C5824}">
      <dgm:prSet/>
      <dgm:spPr/>
      <dgm:t>
        <a:bodyPr/>
        <a:lstStyle/>
        <a:p>
          <a:endParaRPr lang="en-US"/>
        </a:p>
      </dgm:t>
    </dgm:pt>
    <dgm:pt modelId="{086A08BD-465D-4145-A8A6-00341FEC2134}">
      <dgm:prSet custT="1"/>
      <dgm:spPr/>
      <dgm:t>
        <a:bodyPr anchor="ctr"/>
        <a:lstStyle/>
        <a:p>
          <a:pPr>
            <a:buFontTx/>
            <a:buNone/>
          </a:pPr>
          <a:r>
            <a:rPr lang="en-ID" sz="1400" dirty="0"/>
            <a:t>  3.1 </a:t>
          </a:r>
          <a:r>
            <a:rPr lang="en-ID" sz="1400" dirty="0">
              <a:hlinkClick xmlns:r="http://schemas.openxmlformats.org/officeDocument/2006/relationships" r:id="" action="ppaction://noaction"/>
            </a:rPr>
            <a:t>Literatur</a:t>
          </a:r>
          <a:r>
            <a:rPr lang="en-ID" sz="1400" dirty="0"/>
            <a:t> </a:t>
          </a:r>
          <a:r>
            <a:rPr lang="en-ID" sz="1400" dirty="0" err="1"/>
            <a:t>Ilmiah</a:t>
          </a:r>
          <a:endParaRPr lang="id-ID" sz="1400" dirty="0"/>
        </a:p>
      </dgm:t>
    </dgm:pt>
    <dgm:pt modelId="{0F8F9464-BC1D-49E1-A3F7-3E7E1CB9C54C}" type="parTrans" cxnId="{5D23BAA9-4CEC-4E94-BC90-AB70825B10E1}">
      <dgm:prSet/>
      <dgm:spPr/>
      <dgm:t>
        <a:bodyPr/>
        <a:lstStyle/>
        <a:p>
          <a:endParaRPr lang="en-US"/>
        </a:p>
      </dgm:t>
    </dgm:pt>
    <dgm:pt modelId="{FA65CDD5-08F3-4A3E-B1D1-72C093EB48AC}" type="sibTrans" cxnId="{5D23BAA9-4CEC-4E94-BC90-AB70825B10E1}">
      <dgm:prSet/>
      <dgm:spPr/>
      <dgm:t>
        <a:bodyPr/>
        <a:lstStyle/>
        <a:p>
          <a:endParaRPr lang="en-US"/>
        </a:p>
      </dgm:t>
    </dgm:pt>
    <dgm:pt modelId="{5CA3BA83-43CD-475F-8735-B5BEE8C7AB3D}">
      <dgm:prSet custT="1"/>
      <dgm:spPr/>
      <dgm:t>
        <a:bodyPr/>
        <a:lstStyle/>
        <a:p>
          <a:pPr algn="l"/>
          <a:r>
            <a:rPr lang="id-ID" sz="2400" dirty="0"/>
            <a:t>4. </a:t>
          </a:r>
          <a:r>
            <a:rPr lang="en-US" sz="2400" dirty="0">
              <a:hlinkClick xmlns:r="http://schemas.openxmlformats.org/officeDocument/2006/relationships" r:id="" action="ppaction://noaction"/>
            </a:rPr>
            <a:t>Penulisan</a:t>
          </a:r>
          <a:r>
            <a:rPr lang="en-US" sz="2400" dirty="0"/>
            <a:t> </a:t>
          </a:r>
          <a:r>
            <a:rPr lang="en-US" sz="2400" dirty="0" err="1"/>
            <a:t>Ilmiah</a:t>
          </a:r>
          <a:endParaRPr lang="id-ID" sz="2400" dirty="0"/>
        </a:p>
      </dgm:t>
    </dgm:pt>
    <dgm:pt modelId="{7F70A77B-AF34-48EB-90EF-ECBE2F76FFE5}" type="parTrans" cxnId="{B3469E3B-0A5F-4121-8A9A-5B7987A6536E}">
      <dgm:prSet/>
      <dgm:spPr/>
      <dgm:t>
        <a:bodyPr/>
        <a:lstStyle/>
        <a:p>
          <a:endParaRPr lang="en-US"/>
        </a:p>
      </dgm:t>
    </dgm:pt>
    <dgm:pt modelId="{8B4DB6AA-7D7A-4E70-B5E5-A5B375DD776A}" type="sibTrans" cxnId="{B3469E3B-0A5F-4121-8A9A-5B7987A6536E}">
      <dgm:prSet/>
      <dgm:spPr/>
      <dgm:t>
        <a:bodyPr/>
        <a:lstStyle/>
        <a:p>
          <a:endParaRPr lang="en-US"/>
        </a:p>
      </dgm:t>
    </dgm:pt>
    <dgm:pt modelId="{A1A49713-3915-40CA-BDA4-992651CC6D56}">
      <dgm:prSet custT="1"/>
      <dgm:spPr/>
      <dgm:t>
        <a:bodyPr anchor="ctr"/>
        <a:lstStyle/>
        <a:p>
          <a:pPr>
            <a:buFontTx/>
            <a:buNone/>
          </a:pPr>
          <a:r>
            <a:rPr lang="fi-FI" sz="1400" dirty="0"/>
            <a:t>  4.1 </a:t>
          </a:r>
          <a:r>
            <a:rPr lang="fi-FI" sz="1400" dirty="0">
              <a:hlinkClick xmlns:r="http://schemas.openxmlformats.org/officeDocument/2006/relationships" r:id="" action="ppaction://noaction"/>
            </a:rPr>
            <a:t>Mengapa</a:t>
          </a:r>
          <a:r>
            <a:rPr lang="fi-FI" sz="1400" dirty="0"/>
            <a:t> Penulisan dan Publikasi Ilmiah?</a:t>
          </a:r>
          <a:endParaRPr lang="id-ID" sz="1400" dirty="0"/>
        </a:p>
      </dgm:t>
    </dgm:pt>
    <dgm:pt modelId="{ED44447D-2ABE-4C0F-BD5D-0330397CC6EC}" type="parTrans" cxnId="{32048307-19DD-456B-84BC-718E1AF4575C}">
      <dgm:prSet/>
      <dgm:spPr/>
      <dgm:t>
        <a:bodyPr/>
        <a:lstStyle/>
        <a:p>
          <a:endParaRPr lang="en-US"/>
        </a:p>
      </dgm:t>
    </dgm:pt>
    <dgm:pt modelId="{294BBC22-3906-46BD-BF22-E07586A95F06}" type="sibTrans" cxnId="{32048307-19DD-456B-84BC-718E1AF4575C}">
      <dgm:prSet/>
      <dgm:spPr/>
      <dgm:t>
        <a:bodyPr/>
        <a:lstStyle/>
        <a:p>
          <a:endParaRPr lang="en-US"/>
        </a:p>
      </dgm:t>
    </dgm:pt>
    <dgm:pt modelId="{243E88B2-2780-4439-A572-F071F4FE26D4}">
      <dgm:prSet custT="1"/>
      <dgm:spPr/>
      <dgm:t>
        <a:bodyPr/>
        <a:lstStyle/>
        <a:p>
          <a:pPr algn="l"/>
          <a:r>
            <a:rPr lang="id-ID" sz="2400" dirty="0"/>
            <a:t>5. </a:t>
          </a:r>
          <a:r>
            <a:rPr lang="en-US" sz="2400" dirty="0">
              <a:hlinkClick xmlns:r="http://schemas.openxmlformats.org/officeDocument/2006/relationships" r:id="" action="ppaction://noaction"/>
            </a:rPr>
            <a:t>Pembimbingan</a:t>
          </a:r>
          <a:r>
            <a:rPr lang="en-US" sz="2400" dirty="0"/>
            <a:t> dan </a:t>
          </a:r>
          <a:br>
            <a:rPr lang="en-US" sz="2400" dirty="0"/>
          </a:br>
          <a:r>
            <a:rPr lang="en-US" sz="2400" dirty="0"/>
            <a:t>    </a:t>
          </a:r>
          <a:r>
            <a:rPr lang="en-US" sz="2400" dirty="0" err="1"/>
            <a:t>Presentasi</a:t>
          </a:r>
          <a:r>
            <a:rPr lang="en-US" sz="2400" dirty="0"/>
            <a:t> </a:t>
          </a:r>
          <a:r>
            <a:rPr lang="en-US" sz="2400" dirty="0" err="1"/>
            <a:t>Penelitian</a:t>
          </a:r>
          <a:endParaRPr lang="id-ID" sz="2400" dirty="0"/>
        </a:p>
      </dgm:t>
    </dgm:pt>
    <dgm:pt modelId="{8FEA60FD-4ACF-4E33-AB7B-8AA3373F1F5B}" type="parTrans" cxnId="{C922A8A0-40D0-4708-B39D-B402CE7C7B2D}">
      <dgm:prSet/>
      <dgm:spPr/>
      <dgm:t>
        <a:bodyPr/>
        <a:lstStyle/>
        <a:p>
          <a:endParaRPr lang="en-US"/>
        </a:p>
      </dgm:t>
    </dgm:pt>
    <dgm:pt modelId="{C0E68233-A890-43CD-AB08-CEF62442387E}" type="sibTrans" cxnId="{C922A8A0-40D0-4708-B39D-B402CE7C7B2D}">
      <dgm:prSet/>
      <dgm:spPr/>
      <dgm:t>
        <a:bodyPr/>
        <a:lstStyle/>
        <a:p>
          <a:endParaRPr lang="en-US"/>
        </a:p>
      </dgm:t>
    </dgm:pt>
    <dgm:pt modelId="{BB4580B9-A32C-44CF-9B5C-711F3BBC042A}">
      <dgm:prSet custT="1"/>
      <dgm:spPr/>
      <dgm:t>
        <a:bodyPr anchor="ctr"/>
        <a:lstStyle/>
        <a:p>
          <a:pPr>
            <a:buFontTx/>
            <a:buNone/>
          </a:pPr>
          <a:r>
            <a:rPr lang="en-ID" sz="1400" dirty="0"/>
            <a:t>  5.1 </a:t>
          </a:r>
          <a:r>
            <a:rPr lang="en-ID" sz="1400" dirty="0">
              <a:hlinkClick xmlns:r="http://schemas.openxmlformats.org/officeDocument/2006/relationships" r:id="" action="ppaction://noaction"/>
            </a:rPr>
            <a:t>Pembimbingan</a:t>
          </a:r>
          <a:r>
            <a:rPr lang="en-ID" sz="1400" dirty="0"/>
            <a:t> </a:t>
          </a:r>
          <a:r>
            <a:rPr lang="en-ID" sz="1400" dirty="0" err="1"/>
            <a:t>Penelitian</a:t>
          </a:r>
          <a:endParaRPr lang="id-ID" sz="1400" dirty="0"/>
        </a:p>
      </dgm:t>
    </dgm:pt>
    <dgm:pt modelId="{82F5A239-C375-4884-B729-9FB3C757900A}" type="parTrans" cxnId="{21AE3EDF-90B6-4EBA-A109-B27435C6E520}">
      <dgm:prSet/>
      <dgm:spPr/>
      <dgm:t>
        <a:bodyPr/>
        <a:lstStyle/>
        <a:p>
          <a:endParaRPr lang="en-US"/>
        </a:p>
      </dgm:t>
    </dgm:pt>
    <dgm:pt modelId="{7F604FD7-E235-4E90-A308-06F942AAF4F4}" type="sibTrans" cxnId="{21AE3EDF-90B6-4EBA-A109-B27435C6E520}">
      <dgm:prSet/>
      <dgm:spPr/>
      <dgm:t>
        <a:bodyPr/>
        <a:lstStyle/>
        <a:p>
          <a:endParaRPr lang="en-US"/>
        </a:p>
      </dgm:t>
    </dgm:pt>
    <dgm:pt modelId="{CBCFAEEF-9D59-42E3-8017-644E25FBB543}">
      <dgm:prSet phldrT="[Text]" custT="1"/>
      <dgm:spPr/>
      <dgm:t>
        <a:bodyPr/>
        <a:lstStyle/>
        <a:p>
          <a:pPr algn="l">
            <a:buFont typeface="+mj-lt"/>
            <a:buAutoNum type="arabicPeriod"/>
          </a:pPr>
          <a:r>
            <a:rPr lang="id-ID" sz="2400" dirty="0"/>
            <a:t>1. </a:t>
          </a:r>
          <a:r>
            <a:rPr lang="id-ID" sz="2400" u="none" dirty="0">
              <a:hlinkClick xmlns:r="http://schemas.openxmlformats.org/officeDocument/2006/relationships" r:id="rId6" action="ppaction://hlinksldjump"/>
            </a:rPr>
            <a:t>Pengantar</a:t>
          </a:r>
          <a:r>
            <a:rPr lang="id-ID" sz="2400" u="none" dirty="0"/>
            <a:t> </a:t>
          </a:r>
          <a:r>
            <a:rPr lang="en-US" sz="2400" u="none" dirty="0" err="1"/>
            <a:t>Penelitian</a:t>
          </a:r>
          <a:endParaRPr lang="en-US" sz="2400" u="none" dirty="0"/>
        </a:p>
      </dgm:t>
    </dgm:pt>
    <dgm:pt modelId="{08608689-5856-4752-AAF1-0C6B74AC3301}" type="sibTrans" cxnId="{2F3BBE5F-5E8A-4B85-9019-DE77C2CF402B}">
      <dgm:prSet/>
      <dgm:spPr/>
      <dgm:t>
        <a:bodyPr/>
        <a:lstStyle/>
        <a:p>
          <a:endParaRPr lang="en-US"/>
        </a:p>
      </dgm:t>
    </dgm:pt>
    <dgm:pt modelId="{700C16CE-3389-41AE-8FF8-6667A509B921}" type="parTrans" cxnId="{2F3BBE5F-5E8A-4B85-9019-DE77C2CF402B}">
      <dgm:prSet/>
      <dgm:spPr/>
      <dgm:t>
        <a:bodyPr/>
        <a:lstStyle/>
        <a:p>
          <a:endParaRPr lang="en-US"/>
        </a:p>
      </dgm:t>
    </dgm:pt>
    <dgm:pt modelId="{3788E25B-A26D-4620-9500-E8428CD99F56}">
      <dgm:prSet custT="1"/>
      <dgm:spPr/>
      <dgm:t>
        <a:bodyPr anchor="ctr"/>
        <a:lstStyle/>
        <a:p>
          <a:pPr>
            <a:buFontTx/>
            <a:buNone/>
          </a:pPr>
          <a:r>
            <a:rPr lang="en-US" sz="1400" dirty="0"/>
            <a:t>  1.4 </a:t>
          </a:r>
          <a:r>
            <a:rPr lang="en-US" sz="1400" dirty="0">
              <a:hlinkClick xmlns:r="http://schemas.openxmlformats.org/officeDocument/2006/relationships" r:id="rId7" action="ppaction://hlinksldjump"/>
            </a:rPr>
            <a:t>Kontribusi</a:t>
          </a:r>
          <a:r>
            <a:rPr lang="en-US" sz="1400" dirty="0"/>
            <a:t> dan </a:t>
          </a:r>
          <a:r>
            <a:rPr lang="en-US" sz="1400" dirty="0" err="1"/>
            <a:t>Orisinalitas</a:t>
          </a:r>
          <a:endParaRPr lang="id-ID" sz="1400" dirty="0"/>
        </a:p>
      </dgm:t>
    </dgm:pt>
    <dgm:pt modelId="{91C31A82-D524-4B4B-90B0-6A4D9F62729E}" type="parTrans" cxnId="{6531C06A-7D68-4FC8-8ABB-8FE035DFB070}">
      <dgm:prSet/>
      <dgm:spPr/>
      <dgm:t>
        <a:bodyPr/>
        <a:lstStyle/>
        <a:p>
          <a:endParaRPr lang="en-ID"/>
        </a:p>
      </dgm:t>
    </dgm:pt>
    <dgm:pt modelId="{971DABBD-3759-4E00-BB22-3F9FD48BB8A9}" type="sibTrans" cxnId="{6531C06A-7D68-4FC8-8ABB-8FE035DFB070}">
      <dgm:prSet/>
      <dgm:spPr/>
      <dgm:t>
        <a:bodyPr/>
        <a:lstStyle/>
        <a:p>
          <a:endParaRPr lang="en-ID"/>
        </a:p>
      </dgm:t>
    </dgm:pt>
    <dgm:pt modelId="{A6BBC2CF-87ED-4446-BEA1-7876F38006A9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2.2 Tahapan Penelitian </a:t>
          </a:r>
          <a:r>
            <a:rPr lang="en-ID" sz="1400" dirty="0">
              <a:hlinkClick xmlns:r="http://schemas.openxmlformats.org/officeDocument/2006/relationships" r:id="rId8" action="ppaction://hlinksldjump"/>
            </a:rPr>
            <a:t>Computing</a:t>
          </a:r>
          <a:endParaRPr lang="en-ID" sz="1400" dirty="0"/>
        </a:p>
      </dgm:t>
    </dgm:pt>
    <dgm:pt modelId="{80501417-4476-4F9D-8C6A-C54D1F62AD60}" type="parTrans" cxnId="{69329F0F-F5CA-479B-9D55-EAEE68F27100}">
      <dgm:prSet/>
      <dgm:spPr/>
      <dgm:t>
        <a:bodyPr/>
        <a:lstStyle/>
        <a:p>
          <a:endParaRPr lang="en-ID"/>
        </a:p>
      </dgm:t>
    </dgm:pt>
    <dgm:pt modelId="{052DB2C7-6327-441F-8E44-B1A25E96BB03}" type="sibTrans" cxnId="{69329F0F-F5CA-479B-9D55-EAEE68F27100}">
      <dgm:prSet/>
      <dgm:spPr/>
      <dgm:t>
        <a:bodyPr/>
        <a:lstStyle/>
        <a:p>
          <a:endParaRPr lang="en-ID"/>
        </a:p>
      </dgm:t>
    </dgm:pt>
    <dgm:pt modelId="{F8348E2C-E21A-4C19-8474-E6DB2394BA9A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2.3 Tahapan </a:t>
          </a:r>
          <a:r>
            <a:rPr lang="en-ID" sz="1400" dirty="0" err="1"/>
            <a:t>Penelitian</a:t>
          </a:r>
          <a:r>
            <a:rPr lang="en-ID" sz="1400" dirty="0"/>
            <a:t> Computing</a:t>
          </a:r>
          <a:br>
            <a:rPr lang="en-ID" sz="1400" dirty="0"/>
          </a:br>
          <a:r>
            <a:rPr lang="en-ID" sz="1400" dirty="0"/>
            <a:t>      </a:t>
          </a:r>
          <a:r>
            <a:rPr lang="en-ID" sz="1400" dirty="0" err="1"/>
            <a:t>Fokus</a:t>
          </a:r>
          <a:r>
            <a:rPr lang="en-ID" sz="1400" dirty="0"/>
            <a:t> </a:t>
          </a:r>
          <a:r>
            <a:rPr lang="en-ID" sz="1400" dirty="0">
              <a:hlinkClick xmlns:r="http://schemas.openxmlformats.org/officeDocument/2006/relationships" r:id="rId9" action="ppaction://hlinksldjump"/>
            </a:rPr>
            <a:t>Perbaikan </a:t>
          </a:r>
          <a:r>
            <a:rPr lang="en-ID" sz="1400" dirty="0" err="1">
              <a:hlinkClick xmlns:r="http://schemas.openxmlformats.org/officeDocument/2006/relationships" r:id="rId9" action="ppaction://hlinksldjump"/>
            </a:rPr>
            <a:t>Algoritma</a:t>
          </a:r>
          <a:endParaRPr lang="en-ID" sz="1400" dirty="0"/>
        </a:p>
      </dgm:t>
    </dgm:pt>
    <dgm:pt modelId="{F779E69C-0916-4EBB-9216-E8669F925944}" type="parTrans" cxnId="{7C0495FC-A870-4FFF-9E35-7DA6630B22B9}">
      <dgm:prSet/>
      <dgm:spPr/>
      <dgm:t>
        <a:bodyPr/>
        <a:lstStyle/>
        <a:p>
          <a:endParaRPr lang="en-ID"/>
        </a:p>
      </dgm:t>
    </dgm:pt>
    <dgm:pt modelId="{E2AFC3A9-1885-458E-A7C1-E9BEA3D3E096}" type="sibTrans" cxnId="{7C0495FC-A870-4FFF-9E35-7DA6630B22B9}">
      <dgm:prSet/>
      <dgm:spPr/>
      <dgm:t>
        <a:bodyPr/>
        <a:lstStyle/>
        <a:p>
          <a:endParaRPr lang="en-ID"/>
        </a:p>
      </dgm:t>
    </dgm:pt>
    <dgm:pt modelId="{90DDA847-47C1-4AC7-BC35-2DCAE94F1548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3.2 Teknik </a:t>
          </a:r>
          <a:r>
            <a:rPr lang="en-ID" sz="1400" dirty="0">
              <a:hlinkClick xmlns:r="http://schemas.openxmlformats.org/officeDocument/2006/relationships" r:id="" action="ppaction://noaction"/>
            </a:rPr>
            <a:t>Mengelola</a:t>
          </a:r>
          <a:r>
            <a:rPr lang="en-ID" sz="1400" dirty="0"/>
            <a:t> Paper</a:t>
          </a:r>
        </a:p>
      </dgm:t>
    </dgm:pt>
    <dgm:pt modelId="{7F2BE1CC-7E5D-40B7-BD85-41BEF08CE433}" type="parTrans" cxnId="{8E33CC9A-2113-42BA-B204-CA400CE66B6D}">
      <dgm:prSet/>
      <dgm:spPr/>
      <dgm:t>
        <a:bodyPr/>
        <a:lstStyle/>
        <a:p>
          <a:endParaRPr lang="en-ID"/>
        </a:p>
      </dgm:t>
    </dgm:pt>
    <dgm:pt modelId="{4B15F568-9675-4AC1-AF5C-2370D4B79B92}" type="sibTrans" cxnId="{8E33CC9A-2113-42BA-B204-CA400CE66B6D}">
      <dgm:prSet/>
      <dgm:spPr/>
      <dgm:t>
        <a:bodyPr/>
        <a:lstStyle/>
        <a:p>
          <a:endParaRPr lang="en-ID"/>
        </a:p>
      </dgm:t>
    </dgm:pt>
    <dgm:pt modelId="{C1D7C6CC-43A8-4F8E-A352-CF41AA020319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3.3 Teknik </a:t>
          </a:r>
          <a:r>
            <a:rPr lang="en-ID" sz="1400" dirty="0">
              <a:hlinkClick xmlns:r="http://schemas.openxmlformats.org/officeDocument/2006/relationships" r:id="" action="ppaction://noaction"/>
            </a:rPr>
            <a:t>Mereview</a:t>
          </a:r>
          <a:r>
            <a:rPr lang="en-ID" sz="1400" dirty="0"/>
            <a:t> Paper</a:t>
          </a:r>
        </a:p>
      </dgm:t>
    </dgm:pt>
    <dgm:pt modelId="{8DCB35CE-0CD8-4F29-A4AB-6DEE2A93A95E}" type="parTrans" cxnId="{9E9CDF7A-625F-4B7A-AAF2-1A575D22A24F}">
      <dgm:prSet/>
      <dgm:spPr/>
      <dgm:t>
        <a:bodyPr/>
        <a:lstStyle/>
        <a:p>
          <a:endParaRPr lang="en-ID"/>
        </a:p>
      </dgm:t>
    </dgm:pt>
    <dgm:pt modelId="{54F15C5E-EA82-4272-B417-066042902070}" type="sibTrans" cxnId="{9E9CDF7A-625F-4B7A-AAF2-1A575D22A24F}">
      <dgm:prSet/>
      <dgm:spPr/>
      <dgm:t>
        <a:bodyPr/>
        <a:lstStyle/>
        <a:p>
          <a:endParaRPr lang="en-ID"/>
        </a:p>
      </dgm:t>
    </dgm:pt>
    <dgm:pt modelId="{83524D86-45AC-4277-B577-1869DD09CAFF}">
      <dgm:prSet custT="1"/>
      <dgm:spPr/>
      <dgm:t>
        <a:bodyPr/>
        <a:lstStyle/>
        <a:p>
          <a:pPr>
            <a:buFontTx/>
            <a:buNone/>
          </a:pPr>
          <a:r>
            <a:rPr lang="it-IT" sz="1400" dirty="0"/>
            <a:t>  4.2 </a:t>
          </a:r>
          <a:r>
            <a:rPr lang="it-IT" sz="1400" dirty="0">
              <a:hlinkClick xmlns:r="http://schemas.openxmlformats.org/officeDocument/2006/relationships" r:id="" action="ppaction://noaction"/>
            </a:rPr>
            <a:t>Sitasi</a:t>
          </a:r>
          <a:r>
            <a:rPr lang="it-IT" sz="1400" dirty="0"/>
            <a:t> dan Penulisan Referensi</a:t>
          </a:r>
          <a:endParaRPr lang="en-ID" sz="1400" dirty="0"/>
        </a:p>
      </dgm:t>
    </dgm:pt>
    <dgm:pt modelId="{5BBFDB7B-131D-409F-851C-6C8BEFF3E245}" type="parTrans" cxnId="{549B002B-D428-4D4D-9226-3FE4586F45D4}">
      <dgm:prSet/>
      <dgm:spPr/>
      <dgm:t>
        <a:bodyPr/>
        <a:lstStyle/>
        <a:p>
          <a:endParaRPr lang="en-ID"/>
        </a:p>
      </dgm:t>
    </dgm:pt>
    <dgm:pt modelId="{2A2A875C-3943-4B49-9BC7-5A5A29B9F7B5}" type="sibTrans" cxnId="{549B002B-D428-4D4D-9226-3FE4586F45D4}">
      <dgm:prSet/>
      <dgm:spPr/>
      <dgm:t>
        <a:bodyPr/>
        <a:lstStyle/>
        <a:p>
          <a:endParaRPr lang="en-ID"/>
        </a:p>
      </dgm:t>
    </dgm:pt>
    <dgm:pt modelId="{FD5E6391-C04F-4903-8160-A88BCA9BF531}">
      <dgm:prSet custT="1"/>
      <dgm:spPr/>
      <dgm:t>
        <a:bodyPr/>
        <a:lstStyle/>
        <a:p>
          <a:pPr>
            <a:buFontTx/>
            <a:buNone/>
          </a:pPr>
          <a:r>
            <a:rPr lang="sv-SE" sz="1400" dirty="0"/>
            <a:t>  4.3 Penulisan </a:t>
          </a:r>
          <a:r>
            <a:rPr lang="sv-SE" sz="1400" dirty="0">
              <a:hlinkClick xmlns:r="http://schemas.openxmlformats.org/officeDocument/2006/relationships" r:id="" action="ppaction://noaction"/>
            </a:rPr>
            <a:t>Tesis</a:t>
          </a:r>
          <a:endParaRPr lang="en-ID" sz="1400" dirty="0"/>
        </a:p>
      </dgm:t>
    </dgm:pt>
    <dgm:pt modelId="{892C47DC-3B75-497B-BC94-139AA957CCC7}" type="parTrans" cxnId="{32978AE2-ADC1-48FE-BECE-91F9566D7E59}">
      <dgm:prSet/>
      <dgm:spPr/>
      <dgm:t>
        <a:bodyPr/>
        <a:lstStyle/>
        <a:p>
          <a:endParaRPr lang="en-ID"/>
        </a:p>
      </dgm:t>
    </dgm:pt>
    <dgm:pt modelId="{1DA234A7-C984-44D7-8123-D7BD939DD63D}" type="sibTrans" cxnId="{32978AE2-ADC1-48FE-BECE-91F9566D7E59}">
      <dgm:prSet/>
      <dgm:spPr/>
      <dgm:t>
        <a:bodyPr/>
        <a:lstStyle/>
        <a:p>
          <a:endParaRPr lang="en-ID"/>
        </a:p>
      </dgm:t>
    </dgm:pt>
    <dgm:pt modelId="{186C3714-6369-49EA-A6BE-4F986E77711B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4.4 </a:t>
          </a:r>
          <a:r>
            <a:rPr lang="en-ID" sz="1400" dirty="0">
              <a:hlinkClick xmlns:r="http://schemas.openxmlformats.org/officeDocument/2006/relationships" r:id="" action="ppaction://noaction"/>
            </a:rPr>
            <a:t>Publikasi </a:t>
          </a:r>
          <a:r>
            <a:rPr lang="en-ID" sz="1400" dirty="0" err="1">
              <a:hlinkClick xmlns:r="http://schemas.openxmlformats.org/officeDocument/2006/relationships" r:id="" action="ppaction://noaction"/>
            </a:rPr>
            <a:t>Ilmiah</a:t>
          </a:r>
          <a:r>
            <a:rPr lang="en-ID" sz="1400" dirty="0">
              <a:hlinkClick xmlns:r="http://schemas.openxmlformats.org/officeDocument/2006/relationships" r:id="" action="ppaction://noaction"/>
            </a:rPr>
            <a:t> </a:t>
          </a:r>
          <a:r>
            <a:rPr lang="en-ID" sz="1400" dirty="0" err="1"/>
            <a:t>untuk</a:t>
          </a:r>
          <a:r>
            <a:rPr lang="en-ID" sz="1400" dirty="0"/>
            <a:t> </a:t>
          </a:r>
          <a:r>
            <a:rPr lang="en-ID" sz="1400" dirty="0" err="1"/>
            <a:t>Jurnal</a:t>
          </a:r>
          <a:r>
            <a:rPr lang="en-ID" sz="1400" dirty="0"/>
            <a:t> </a:t>
          </a:r>
          <a:r>
            <a:rPr lang="en-ID" sz="1400" dirty="0" err="1"/>
            <a:t>Internasional</a:t>
          </a:r>
          <a:endParaRPr lang="en-ID" sz="1400" dirty="0"/>
        </a:p>
      </dgm:t>
    </dgm:pt>
    <dgm:pt modelId="{9998D0BA-F499-4D0B-9294-BD3857BC0398}" type="parTrans" cxnId="{826EDFE3-8747-4F2F-B499-F3538F41AA8B}">
      <dgm:prSet/>
      <dgm:spPr/>
      <dgm:t>
        <a:bodyPr/>
        <a:lstStyle/>
        <a:p>
          <a:endParaRPr lang="en-ID"/>
        </a:p>
      </dgm:t>
    </dgm:pt>
    <dgm:pt modelId="{3012CE9B-D0F9-483E-9D72-9AE86B1DFE8D}" type="sibTrans" cxnId="{826EDFE3-8747-4F2F-B499-F3538F41AA8B}">
      <dgm:prSet/>
      <dgm:spPr/>
      <dgm:t>
        <a:bodyPr/>
        <a:lstStyle/>
        <a:p>
          <a:endParaRPr lang="en-ID"/>
        </a:p>
      </dgm:t>
    </dgm:pt>
    <dgm:pt modelId="{EA7D4DD5-ABCE-4FC0-BA5C-F146769B5F9B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5.2 </a:t>
          </a:r>
          <a:r>
            <a:rPr lang="en-ID" sz="1400" dirty="0">
              <a:hlinkClick xmlns:r="http://schemas.openxmlformats.org/officeDocument/2006/relationships" r:id="" action="ppaction://noaction"/>
            </a:rPr>
            <a:t>Presentasi</a:t>
          </a:r>
          <a:r>
            <a:rPr lang="en-ID" sz="1400" dirty="0"/>
            <a:t> </a:t>
          </a:r>
          <a:r>
            <a:rPr lang="en-ID" sz="1400" dirty="0" err="1"/>
            <a:t>Penelitian</a:t>
          </a:r>
          <a:endParaRPr lang="en-ID" sz="1400" dirty="0"/>
        </a:p>
      </dgm:t>
    </dgm:pt>
    <dgm:pt modelId="{753C8978-54AB-4A90-B017-885E0C9706BA}" type="parTrans" cxnId="{665E7FF5-7731-4586-9D1D-FEF7E95A51E4}">
      <dgm:prSet/>
      <dgm:spPr/>
      <dgm:t>
        <a:bodyPr/>
        <a:lstStyle/>
        <a:p>
          <a:endParaRPr lang="en-ID"/>
        </a:p>
      </dgm:t>
    </dgm:pt>
    <dgm:pt modelId="{A981EF44-2C39-4223-AAA1-50934F666EC6}" type="sibTrans" cxnId="{665E7FF5-7731-4586-9D1D-FEF7E95A51E4}">
      <dgm:prSet/>
      <dgm:spPr/>
      <dgm:t>
        <a:bodyPr/>
        <a:lstStyle/>
        <a:p>
          <a:endParaRPr lang="en-ID"/>
        </a:p>
      </dgm:t>
    </dgm:pt>
    <dgm:pt modelId="{2FF5A1B3-0378-4161-B884-D480AA0C789C}">
      <dgm:prSet custT="1"/>
      <dgm:spPr/>
      <dgm:t>
        <a:bodyPr/>
        <a:lstStyle/>
        <a:p>
          <a:pPr>
            <a:buFontTx/>
            <a:buNone/>
          </a:pPr>
          <a:r>
            <a:rPr lang="en-ID" sz="1400" dirty="0"/>
            <a:t>  4.5 Penulisan </a:t>
          </a:r>
          <a:r>
            <a:rPr lang="en-ID" sz="1400" dirty="0">
              <a:hlinkClick xmlns:r="http://schemas.openxmlformats.org/officeDocument/2006/relationships" r:id="" action="ppaction://noaction"/>
            </a:rPr>
            <a:t>Systematic Literature Review </a:t>
          </a:r>
          <a:r>
            <a:rPr lang="en-ID" sz="1400" dirty="0"/>
            <a:t>(SLR)</a:t>
          </a:r>
        </a:p>
      </dgm:t>
    </dgm:pt>
    <dgm:pt modelId="{C3283FF1-C0BA-412F-AF85-114282E0398C}" type="sibTrans" cxnId="{CEECE67B-589D-433C-A439-A979BF917EF9}">
      <dgm:prSet/>
      <dgm:spPr/>
      <dgm:t>
        <a:bodyPr/>
        <a:lstStyle/>
        <a:p>
          <a:endParaRPr lang="en-ID"/>
        </a:p>
      </dgm:t>
    </dgm:pt>
    <dgm:pt modelId="{436707B7-0771-4F49-84FB-164B6687F29A}" type="parTrans" cxnId="{CEECE67B-589D-433C-A439-A979BF917EF9}">
      <dgm:prSet/>
      <dgm:spPr/>
      <dgm:t>
        <a:bodyPr/>
        <a:lstStyle/>
        <a:p>
          <a:endParaRPr lang="en-ID"/>
        </a:p>
      </dgm:t>
    </dgm:pt>
    <dgm:pt modelId="{C1700D05-57F7-45F8-85ED-CAEB1A5F2E33}" type="pres">
      <dgm:prSet presAssocID="{116A3370-3C8D-44B8-BC54-06A5B711ADAB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70ADB2C-628E-49E8-B285-30DE8F7EBFA8}" type="pres">
      <dgm:prSet presAssocID="{CBCFAEEF-9D59-42E3-8017-644E25FBB543}" presName="linNode" presStyleCnt="0"/>
      <dgm:spPr/>
    </dgm:pt>
    <dgm:pt modelId="{666E94A9-7497-4713-A0C8-9488B8ED8407}" type="pres">
      <dgm:prSet presAssocID="{CBCFAEEF-9D59-42E3-8017-644E25FBB543}" presName="parentShp" presStyleLbl="node1" presStyleIdx="0" presStyleCnt="5" custScaleX="104808" custLinFactNeighborX="-1692" custLinFactNeighborY="-1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9AD8C9-9A35-4760-8497-3FBBFDCB446D}" type="pres">
      <dgm:prSet presAssocID="{CBCFAEEF-9D59-42E3-8017-644E25FBB543}" presName="childShp" presStyleLbl="bg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91E50F-1F13-4DE2-95E0-72A47DAC0543}" type="pres">
      <dgm:prSet presAssocID="{08608689-5856-4752-AAF1-0C6B74AC3301}" presName="spacing" presStyleCnt="0"/>
      <dgm:spPr/>
    </dgm:pt>
    <dgm:pt modelId="{2A4BC2F5-74B5-4C29-902B-F83825661515}" type="pres">
      <dgm:prSet presAssocID="{354ACE7E-005D-4657-97E0-189784F431BD}" presName="linNode" presStyleCnt="0"/>
      <dgm:spPr/>
    </dgm:pt>
    <dgm:pt modelId="{FA5D5B51-90B1-447A-A665-2C1539C0F53F}" type="pres">
      <dgm:prSet presAssocID="{354ACE7E-005D-4657-97E0-189784F431BD}" presName="parentShp" presStyleLbl="node1" presStyleIdx="1" presStyleCnt="5" custScaleX="1048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1DF6CE-794F-4A9F-8751-7D4B97D9FA92}" type="pres">
      <dgm:prSet presAssocID="{354ACE7E-005D-4657-97E0-189784F431BD}" presName="childShp" presStyleLbl="bg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23C39-1846-4662-AD50-AC47C20310E3}" type="pres">
      <dgm:prSet presAssocID="{260049A6-EA14-4E0F-BCBF-51636D50172A}" presName="spacing" presStyleCnt="0"/>
      <dgm:spPr/>
    </dgm:pt>
    <dgm:pt modelId="{F727E641-AAA1-4582-9277-599AFEF38D04}" type="pres">
      <dgm:prSet presAssocID="{0F62B82D-2211-4660-A2D6-C27E395F6BE1}" presName="linNode" presStyleCnt="0"/>
      <dgm:spPr/>
    </dgm:pt>
    <dgm:pt modelId="{9F420F5A-4D48-47C1-A068-ED95FB0A6E90}" type="pres">
      <dgm:prSet presAssocID="{0F62B82D-2211-4660-A2D6-C27E395F6BE1}" presName="parentShp" presStyleLbl="node1" presStyleIdx="2" presStyleCnt="5" custScaleX="1048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AEE29A-FBB5-4C88-9D61-EB0BDB656804}" type="pres">
      <dgm:prSet presAssocID="{0F62B82D-2211-4660-A2D6-C27E395F6BE1}" presName="childShp" presStyleLbl="bg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B91249-ECB3-4228-B27A-1E384AABE0C8}" type="pres">
      <dgm:prSet presAssocID="{CC009A08-B6BC-4560-8C95-968ACCA51FA1}" presName="spacing" presStyleCnt="0"/>
      <dgm:spPr/>
    </dgm:pt>
    <dgm:pt modelId="{385188A3-D6B9-496A-8E7D-0423481B5988}" type="pres">
      <dgm:prSet presAssocID="{5CA3BA83-43CD-475F-8735-B5BEE8C7AB3D}" presName="linNode" presStyleCnt="0"/>
      <dgm:spPr/>
    </dgm:pt>
    <dgm:pt modelId="{BFDDA7AB-7BED-4AE4-B749-B6ED5BA813A6}" type="pres">
      <dgm:prSet presAssocID="{5CA3BA83-43CD-475F-8735-B5BEE8C7AB3D}" presName="parentShp" presStyleLbl="node1" presStyleIdx="3" presStyleCnt="5" custScaleX="1048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B98FF5-C100-4167-A6ED-87F0F931E5B4}" type="pres">
      <dgm:prSet presAssocID="{5CA3BA83-43CD-475F-8735-B5BEE8C7AB3D}" presName="childShp" presStyleLbl="bg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99881-00B9-483F-ADFF-95B434093212}" type="pres">
      <dgm:prSet presAssocID="{8B4DB6AA-7D7A-4E70-B5E5-A5B375DD776A}" presName="spacing" presStyleCnt="0"/>
      <dgm:spPr/>
    </dgm:pt>
    <dgm:pt modelId="{3DA4D18A-EB42-462B-805E-D18A87A74FCE}" type="pres">
      <dgm:prSet presAssocID="{243E88B2-2780-4439-A572-F071F4FE26D4}" presName="linNode" presStyleCnt="0"/>
      <dgm:spPr/>
    </dgm:pt>
    <dgm:pt modelId="{24D474D5-E24C-4836-B85F-5315FBEDAE2A}" type="pres">
      <dgm:prSet presAssocID="{243E88B2-2780-4439-A572-F071F4FE26D4}" presName="parentShp" presStyleLbl="node1" presStyleIdx="4" presStyleCnt="5" custScaleX="1048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484F68-748F-41D4-83FC-C9DC8DFFAB06}" type="pres">
      <dgm:prSet presAssocID="{243E88B2-2780-4439-A572-F071F4FE26D4}" presName="childShp" presStyleLbl="bg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AE3EDF-90B6-4EBA-A109-B27435C6E520}" srcId="{243E88B2-2780-4439-A572-F071F4FE26D4}" destId="{BB4580B9-A32C-44CF-9B5C-711F3BBC042A}" srcOrd="0" destOrd="0" parTransId="{82F5A239-C375-4884-B729-9FB3C757900A}" sibTransId="{7F604FD7-E235-4E90-A308-06F942AAF4F4}"/>
    <dgm:cxn modelId="{63C94087-B505-43D4-8144-CFD0D7F8273C}" type="presOf" srcId="{CBCFAEEF-9D59-42E3-8017-644E25FBB543}" destId="{666E94A9-7497-4713-A0C8-9488B8ED8407}" srcOrd="0" destOrd="0" presId="urn:microsoft.com/office/officeart/2005/8/layout/vList6"/>
    <dgm:cxn modelId="{2BAC130D-37B6-41F5-8E7B-E1D6CBA46325}" type="presOf" srcId="{5CA3BA83-43CD-475F-8735-B5BEE8C7AB3D}" destId="{BFDDA7AB-7BED-4AE4-B749-B6ED5BA813A6}" srcOrd="0" destOrd="0" presId="urn:microsoft.com/office/officeart/2005/8/layout/vList6"/>
    <dgm:cxn modelId="{74A2B115-DB51-4AA9-B2FF-1190BE292086}" srcId="{116A3370-3C8D-44B8-BC54-06A5B711ADAB}" destId="{354ACE7E-005D-4657-97E0-189784F431BD}" srcOrd="1" destOrd="0" parTransId="{BC0B78E4-7666-4357-B9C2-70E690047842}" sibTransId="{260049A6-EA14-4E0F-BCBF-51636D50172A}"/>
    <dgm:cxn modelId="{826EDFE3-8747-4F2F-B499-F3538F41AA8B}" srcId="{5CA3BA83-43CD-475F-8735-B5BEE8C7AB3D}" destId="{186C3714-6369-49EA-A6BE-4F986E77711B}" srcOrd="3" destOrd="0" parTransId="{9998D0BA-F499-4D0B-9294-BD3857BC0398}" sibTransId="{3012CE9B-D0F9-483E-9D72-9AE86B1DFE8D}"/>
    <dgm:cxn modelId="{4577B244-4B9B-43D7-A437-38FFA7D5E234}" type="presOf" srcId="{0F62B82D-2211-4660-A2D6-C27E395F6BE1}" destId="{9F420F5A-4D48-47C1-A068-ED95FB0A6E90}" srcOrd="0" destOrd="0" presId="urn:microsoft.com/office/officeart/2005/8/layout/vList6"/>
    <dgm:cxn modelId="{418F3235-A875-4B58-94F7-98C73BDAFED5}" type="presOf" srcId="{2FF5A1B3-0378-4161-B884-D480AA0C789C}" destId="{ECB98FF5-C100-4167-A6ED-87F0F931E5B4}" srcOrd="0" destOrd="4" presId="urn:microsoft.com/office/officeart/2005/8/layout/vList6"/>
    <dgm:cxn modelId="{F355D6F7-30BD-4A19-812A-F6DF7EC309F2}" type="presOf" srcId="{EA7D4DD5-ABCE-4FC0-BA5C-F146769B5F9B}" destId="{51484F68-748F-41D4-83FC-C9DC8DFFAB06}" srcOrd="0" destOrd="1" presId="urn:microsoft.com/office/officeart/2005/8/layout/vList6"/>
    <dgm:cxn modelId="{477681DE-C27E-4CA8-91AF-E4C48C22B55E}" type="presOf" srcId="{A1A49713-3915-40CA-BDA4-992651CC6D56}" destId="{ECB98FF5-C100-4167-A6ED-87F0F931E5B4}" srcOrd="0" destOrd="0" presId="urn:microsoft.com/office/officeart/2005/8/layout/vList6"/>
    <dgm:cxn modelId="{7C0495FC-A870-4FFF-9E35-7DA6630B22B9}" srcId="{354ACE7E-005D-4657-97E0-189784F431BD}" destId="{F8348E2C-E21A-4C19-8474-E6DB2394BA9A}" srcOrd="2" destOrd="0" parTransId="{F779E69C-0916-4EBB-9216-E8669F925944}" sibTransId="{E2AFC3A9-1885-458E-A7C1-E9BEA3D3E096}"/>
    <dgm:cxn modelId="{D88BE3F6-AAB1-43C8-9B0D-0A6591BAAE08}" type="presOf" srcId="{3788E25B-A26D-4620-9500-E8428CD99F56}" destId="{2A9AD8C9-9A35-4760-8497-3FBBFDCB446D}" srcOrd="0" destOrd="3" presId="urn:microsoft.com/office/officeart/2005/8/layout/vList6"/>
    <dgm:cxn modelId="{CEECE67B-589D-433C-A439-A979BF917EF9}" srcId="{5CA3BA83-43CD-475F-8735-B5BEE8C7AB3D}" destId="{2FF5A1B3-0378-4161-B884-D480AA0C789C}" srcOrd="4" destOrd="0" parTransId="{436707B7-0771-4F49-84FB-164B6687F29A}" sibTransId="{C3283FF1-C0BA-412F-AF85-114282E0398C}"/>
    <dgm:cxn modelId="{2F3BBE5F-5E8A-4B85-9019-DE77C2CF402B}" srcId="{116A3370-3C8D-44B8-BC54-06A5B711ADAB}" destId="{CBCFAEEF-9D59-42E3-8017-644E25FBB543}" srcOrd="0" destOrd="0" parTransId="{700C16CE-3389-41AE-8FF8-6667A509B921}" sibTransId="{08608689-5856-4752-AAF1-0C6B74AC3301}"/>
    <dgm:cxn modelId="{61EC8F69-EEB9-40D1-A38B-8117096219C5}" type="presOf" srcId="{21693F81-1239-4DF2-922D-4CE28801A2CB}" destId="{F91DF6CE-794F-4A9F-8751-7D4B97D9FA92}" srcOrd="0" destOrd="0" presId="urn:microsoft.com/office/officeart/2005/8/layout/vList6"/>
    <dgm:cxn modelId="{83D3B8D0-2FA4-4D80-8C41-78BE03E8CFE6}" type="presOf" srcId="{52448857-9039-48EA-B0EE-6284ABA43018}" destId="{2A9AD8C9-9A35-4760-8497-3FBBFDCB446D}" srcOrd="0" destOrd="0" presId="urn:microsoft.com/office/officeart/2005/8/layout/vList6"/>
    <dgm:cxn modelId="{51BAB7AE-EF62-42BE-8F70-BC19ED83AF69}" srcId="{354ACE7E-005D-4657-97E0-189784F431BD}" destId="{21693F81-1239-4DF2-922D-4CE28801A2CB}" srcOrd="0" destOrd="0" parTransId="{901BA89B-12AA-4347-BAFE-D79C0A5421BF}" sibTransId="{7337FBE3-1758-4A89-8179-A0E2A5EE29A4}"/>
    <dgm:cxn modelId="{A533DB7D-BADE-484F-90EE-D561F81C5824}" srcId="{116A3370-3C8D-44B8-BC54-06A5B711ADAB}" destId="{0F62B82D-2211-4660-A2D6-C27E395F6BE1}" srcOrd="2" destOrd="0" parTransId="{86C90B9A-1763-43D8-BEA7-98BEA89224C7}" sibTransId="{CC009A08-B6BC-4560-8C95-968ACCA51FA1}"/>
    <dgm:cxn modelId="{6531C06A-7D68-4FC8-8ABB-8FE035DFB070}" srcId="{CBCFAEEF-9D59-42E3-8017-644E25FBB543}" destId="{3788E25B-A26D-4620-9500-E8428CD99F56}" srcOrd="3" destOrd="0" parTransId="{91C31A82-D524-4B4B-90B0-6A4D9F62729E}" sibTransId="{971DABBD-3759-4E00-BB22-3F9FD48BB8A9}"/>
    <dgm:cxn modelId="{5CFCDCEB-D10F-44A7-B1BA-BEC8C9625317}" srcId="{CBCFAEEF-9D59-42E3-8017-644E25FBB543}" destId="{52448857-9039-48EA-B0EE-6284ABA43018}" srcOrd="0" destOrd="0" parTransId="{AD89A543-A6A3-4296-A8AA-175D1E846215}" sibTransId="{76BD32AC-0255-4A9D-A0A3-4BE6A62EBDE2}"/>
    <dgm:cxn modelId="{4F2B1A5A-C26F-402B-A537-0C23F4E3E417}" type="presOf" srcId="{186C3714-6369-49EA-A6BE-4F986E77711B}" destId="{ECB98FF5-C100-4167-A6ED-87F0F931E5B4}" srcOrd="0" destOrd="3" presId="urn:microsoft.com/office/officeart/2005/8/layout/vList6"/>
    <dgm:cxn modelId="{CB95DF55-6CC0-4EA3-B473-19636050AD40}" type="presOf" srcId="{AF6B38EC-C0E6-4D25-8ABF-22B8C4C7D2D3}" destId="{2A9AD8C9-9A35-4760-8497-3FBBFDCB446D}" srcOrd="0" destOrd="1" presId="urn:microsoft.com/office/officeart/2005/8/layout/vList6"/>
    <dgm:cxn modelId="{69329F0F-F5CA-479B-9D55-EAEE68F27100}" srcId="{354ACE7E-005D-4657-97E0-189784F431BD}" destId="{A6BBC2CF-87ED-4446-BEA1-7876F38006A9}" srcOrd="1" destOrd="0" parTransId="{80501417-4476-4F9D-8C6A-C54D1F62AD60}" sibTransId="{052DB2C7-6327-441F-8E44-B1A25E96BB03}"/>
    <dgm:cxn modelId="{4743804C-E86A-4089-87FF-5E8C54A29C00}" type="presOf" srcId="{A6BBC2CF-87ED-4446-BEA1-7876F38006A9}" destId="{F91DF6CE-794F-4A9F-8751-7D4B97D9FA92}" srcOrd="0" destOrd="1" presId="urn:microsoft.com/office/officeart/2005/8/layout/vList6"/>
    <dgm:cxn modelId="{917B5E3D-7B7C-42CC-8C00-D32918DF4C5C}" type="presOf" srcId="{90DDA847-47C1-4AC7-BC35-2DCAE94F1548}" destId="{E5AEE29A-FBB5-4C88-9D61-EB0BDB656804}" srcOrd="0" destOrd="1" presId="urn:microsoft.com/office/officeart/2005/8/layout/vList6"/>
    <dgm:cxn modelId="{9E9CDF7A-625F-4B7A-AAF2-1A575D22A24F}" srcId="{0F62B82D-2211-4660-A2D6-C27E395F6BE1}" destId="{C1D7C6CC-43A8-4F8E-A352-CF41AA020319}" srcOrd="2" destOrd="0" parTransId="{8DCB35CE-0CD8-4F29-A4AB-6DEE2A93A95E}" sibTransId="{54F15C5E-EA82-4272-B417-066042902070}"/>
    <dgm:cxn modelId="{32048307-19DD-456B-84BC-718E1AF4575C}" srcId="{5CA3BA83-43CD-475F-8735-B5BEE8C7AB3D}" destId="{A1A49713-3915-40CA-BDA4-992651CC6D56}" srcOrd="0" destOrd="0" parTransId="{ED44447D-2ABE-4C0F-BD5D-0330397CC6EC}" sibTransId="{294BBC22-3906-46BD-BF22-E07586A95F06}"/>
    <dgm:cxn modelId="{5DFB9411-E855-434B-AF1E-D19E6F3D51F9}" type="presOf" srcId="{FD5E6391-C04F-4903-8160-A88BCA9BF531}" destId="{ECB98FF5-C100-4167-A6ED-87F0F931E5B4}" srcOrd="0" destOrd="2" presId="urn:microsoft.com/office/officeart/2005/8/layout/vList6"/>
    <dgm:cxn modelId="{5D23BAA9-4CEC-4E94-BC90-AB70825B10E1}" srcId="{0F62B82D-2211-4660-A2D6-C27E395F6BE1}" destId="{086A08BD-465D-4145-A8A6-00341FEC2134}" srcOrd="0" destOrd="0" parTransId="{0F8F9464-BC1D-49E1-A3F7-3E7E1CB9C54C}" sibTransId="{FA65CDD5-08F3-4A3E-B1D1-72C093EB48AC}"/>
    <dgm:cxn modelId="{3E4A1284-AD16-4E1A-B6BD-B4B4C2358BF2}" type="presOf" srcId="{354ACE7E-005D-4657-97E0-189784F431BD}" destId="{FA5D5B51-90B1-447A-A665-2C1539C0F53F}" srcOrd="0" destOrd="0" presId="urn:microsoft.com/office/officeart/2005/8/layout/vList6"/>
    <dgm:cxn modelId="{B3C8BDF1-FBED-4F2D-A989-52024B58A87C}" srcId="{CBCFAEEF-9D59-42E3-8017-644E25FBB543}" destId="{6683A851-81C5-480F-9292-F7098F46C695}" srcOrd="2" destOrd="0" parTransId="{0BAF01D1-3B08-4D0A-8FF5-8993E1603158}" sibTransId="{8B95642C-F792-4350-B0C4-D1C9799A5263}"/>
    <dgm:cxn modelId="{5EC65660-E5F2-4A74-B3FA-7CD7AC619856}" type="presOf" srcId="{243E88B2-2780-4439-A572-F071F4FE26D4}" destId="{24D474D5-E24C-4836-B85F-5315FBEDAE2A}" srcOrd="0" destOrd="0" presId="urn:microsoft.com/office/officeart/2005/8/layout/vList6"/>
    <dgm:cxn modelId="{CA8CC0A9-77CA-471D-A1A4-4275CBC85497}" type="presOf" srcId="{BB4580B9-A32C-44CF-9B5C-711F3BBC042A}" destId="{51484F68-748F-41D4-83FC-C9DC8DFFAB06}" srcOrd="0" destOrd="0" presId="urn:microsoft.com/office/officeart/2005/8/layout/vList6"/>
    <dgm:cxn modelId="{C922A8A0-40D0-4708-B39D-B402CE7C7B2D}" srcId="{116A3370-3C8D-44B8-BC54-06A5B711ADAB}" destId="{243E88B2-2780-4439-A572-F071F4FE26D4}" srcOrd="4" destOrd="0" parTransId="{8FEA60FD-4ACF-4E33-AB7B-8AA3373F1F5B}" sibTransId="{C0E68233-A890-43CD-AB08-CEF62442387E}"/>
    <dgm:cxn modelId="{665E7FF5-7731-4586-9D1D-FEF7E95A51E4}" srcId="{243E88B2-2780-4439-A572-F071F4FE26D4}" destId="{EA7D4DD5-ABCE-4FC0-BA5C-F146769B5F9B}" srcOrd="1" destOrd="0" parTransId="{753C8978-54AB-4A90-B017-885E0C9706BA}" sibTransId="{A981EF44-2C39-4223-AAA1-50934F666EC6}"/>
    <dgm:cxn modelId="{7B0F23A8-9777-4146-9722-57C821475708}" type="presOf" srcId="{116A3370-3C8D-44B8-BC54-06A5B711ADAB}" destId="{C1700D05-57F7-45F8-85ED-CAEB1A5F2E33}" srcOrd="0" destOrd="0" presId="urn:microsoft.com/office/officeart/2005/8/layout/vList6"/>
    <dgm:cxn modelId="{B3469E3B-0A5F-4121-8A9A-5B7987A6536E}" srcId="{116A3370-3C8D-44B8-BC54-06A5B711ADAB}" destId="{5CA3BA83-43CD-475F-8735-B5BEE8C7AB3D}" srcOrd="3" destOrd="0" parTransId="{7F70A77B-AF34-48EB-90EF-ECBE2F76FFE5}" sibTransId="{8B4DB6AA-7D7A-4E70-B5E5-A5B375DD776A}"/>
    <dgm:cxn modelId="{29E7ED41-153F-4C81-8EFA-82343BA66B1C}" type="presOf" srcId="{6683A851-81C5-480F-9292-F7098F46C695}" destId="{2A9AD8C9-9A35-4760-8497-3FBBFDCB446D}" srcOrd="0" destOrd="2" presId="urn:microsoft.com/office/officeart/2005/8/layout/vList6"/>
    <dgm:cxn modelId="{F491AFA2-6EBC-4BD6-AD1A-9875BBF5D16C}" type="presOf" srcId="{83524D86-45AC-4277-B577-1869DD09CAFF}" destId="{ECB98FF5-C100-4167-A6ED-87F0F931E5B4}" srcOrd="0" destOrd="1" presId="urn:microsoft.com/office/officeart/2005/8/layout/vList6"/>
    <dgm:cxn modelId="{3BF9061B-98E8-448B-8620-EC9BEC3BBFA5}" type="presOf" srcId="{C1D7C6CC-43A8-4F8E-A352-CF41AA020319}" destId="{E5AEE29A-FBB5-4C88-9D61-EB0BDB656804}" srcOrd="0" destOrd="2" presId="urn:microsoft.com/office/officeart/2005/8/layout/vList6"/>
    <dgm:cxn modelId="{35A10F28-FF64-4FC3-8295-4D8BB427FABC}" type="presOf" srcId="{086A08BD-465D-4145-A8A6-00341FEC2134}" destId="{E5AEE29A-FBB5-4C88-9D61-EB0BDB656804}" srcOrd="0" destOrd="0" presId="urn:microsoft.com/office/officeart/2005/8/layout/vList6"/>
    <dgm:cxn modelId="{549B002B-D428-4D4D-9226-3FE4586F45D4}" srcId="{5CA3BA83-43CD-475F-8735-B5BEE8C7AB3D}" destId="{83524D86-45AC-4277-B577-1869DD09CAFF}" srcOrd="1" destOrd="0" parTransId="{5BBFDB7B-131D-409F-851C-6C8BEFF3E245}" sibTransId="{2A2A875C-3943-4B49-9BC7-5A5A29B9F7B5}"/>
    <dgm:cxn modelId="{E7953917-63F1-42C5-A47B-23DC337887C8}" type="presOf" srcId="{F8348E2C-E21A-4C19-8474-E6DB2394BA9A}" destId="{F91DF6CE-794F-4A9F-8751-7D4B97D9FA92}" srcOrd="0" destOrd="2" presId="urn:microsoft.com/office/officeart/2005/8/layout/vList6"/>
    <dgm:cxn modelId="{BC0C2799-E437-419E-901A-B44D62134400}" srcId="{CBCFAEEF-9D59-42E3-8017-644E25FBB543}" destId="{AF6B38EC-C0E6-4D25-8ABF-22B8C4C7D2D3}" srcOrd="1" destOrd="0" parTransId="{7DFD94CF-2715-427C-AE5A-76FA2582B5B5}" sibTransId="{EAD43EE4-8681-4980-877E-030C97DE6ADB}"/>
    <dgm:cxn modelId="{8E33CC9A-2113-42BA-B204-CA400CE66B6D}" srcId="{0F62B82D-2211-4660-A2D6-C27E395F6BE1}" destId="{90DDA847-47C1-4AC7-BC35-2DCAE94F1548}" srcOrd="1" destOrd="0" parTransId="{7F2BE1CC-7E5D-40B7-BD85-41BEF08CE433}" sibTransId="{4B15F568-9675-4AC1-AF5C-2370D4B79B92}"/>
    <dgm:cxn modelId="{32978AE2-ADC1-48FE-BECE-91F9566D7E59}" srcId="{5CA3BA83-43CD-475F-8735-B5BEE8C7AB3D}" destId="{FD5E6391-C04F-4903-8160-A88BCA9BF531}" srcOrd="2" destOrd="0" parTransId="{892C47DC-3B75-497B-BC94-139AA957CCC7}" sibTransId="{1DA234A7-C984-44D7-8123-D7BD939DD63D}"/>
    <dgm:cxn modelId="{2D07A61A-102D-4A6B-8D72-EBC51CAF74AE}" type="presParOf" srcId="{C1700D05-57F7-45F8-85ED-CAEB1A5F2E33}" destId="{070ADB2C-628E-49E8-B285-30DE8F7EBFA8}" srcOrd="0" destOrd="0" presId="urn:microsoft.com/office/officeart/2005/8/layout/vList6"/>
    <dgm:cxn modelId="{712F3543-60AB-4CB3-A843-865371112148}" type="presParOf" srcId="{070ADB2C-628E-49E8-B285-30DE8F7EBFA8}" destId="{666E94A9-7497-4713-A0C8-9488B8ED8407}" srcOrd="0" destOrd="0" presId="urn:microsoft.com/office/officeart/2005/8/layout/vList6"/>
    <dgm:cxn modelId="{7C6AA1C3-5CED-46BE-97E3-D39D9AFDE266}" type="presParOf" srcId="{070ADB2C-628E-49E8-B285-30DE8F7EBFA8}" destId="{2A9AD8C9-9A35-4760-8497-3FBBFDCB446D}" srcOrd="1" destOrd="0" presId="urn:microsoft.com/office/officeart/2005/8/layout/vList6"/>
    <dgm:cxn modelId="{402CDBD8-F791-4746-BB14-2A104F4069AE}" type="presParOf" srcId="{C1700D05-57F7-45F8-85ED-CAEB1A5F2E33}" destId="{F991E50F-1F13-4DE2-95E0-72A47DAC0543}" srcOrd="1" destOrd="0" presId="urn:microsoft.com/office/officeart/2005/8/layout/vList6"/>
    <dgm:cxn modelId="{7B4154F7-EA59-4CDD-B134-F50430B7CD3E}" type="presParOf" srcId="{C1700D05-57F7-45F8-85ED-CAEB1A5F2E33}" destId="{2A4BC2F5-74B5-4C29-902B-F83825661515}" srcOrd="2" destOrd="0" presId="urn:microsoft.com/office/officeart/2005/8/layout/vList6"/>
    <dgm:cxn modelId="{8C0BB27D-7F0E-4A91-92C8-8861E15F9E0F}" type="presParOf" srcId="{2A4BC2F5-74B5-4C29-902B-F83825661515}" destId="{FA5D5B51-90B1-447A-A665-2C1539C0F53F}" srcOrd="0" destOrd="0" presId="urn:microsoft.com/office/officeart/2005/8/layout/vList6"/>
    <dgm:cxn modelId="{F211C0AF-8D51-476D-A611-EBA84FCAA519}" type="presParOf" srcId="{2A4BC2F5-74B5-4C29-902B-F83825661515}" destId="{F91DF6CE-794F-4A9F-8751-7D4B97D9FA92}" srcOrd="1" destOrd="0" presId="urn:microsoft.com/office/officeart/2005/8/layout/vList6"/>
    <dgm:cxn modelId="{B87A09B7-C521-47F8-BA59-00847156A12A}" type="presParOf" srcId="{C1700D05-57F7-45F8-85ED-CAEB1A5F2E33}" destId="{F9A23C39-1846-4662-AD50-AC47C20310E3}" srcOrd="3" destOrd="0" presId="urn:microsoft.com/office/officeart/2005/8/layout/vList6"/>
    <dgm:cxn modelId="{4053D5A7-E57C-42D1-A78B-0808927C4F43}" type="presParOf" srcId="{C1700D05-57F7-45F8-85ED-CAEB1A5F2E33}" destId="{F727E641-AAA1-4582-9277-599AFEF38D04}" srcOrd="4" destOrd="0" presId="urn:microsoft.com/office/officeart/2005/8/layout/vList6"/>
    <dgm:cxn modelId="{B9E24DCD-ED91-409A-B10E-08C43EA71207}" type="presParOf" srcId="{F727E641-AAA1-4582-9277-599AFEF38D04}" destId="{9F420F5A-4D48-47C1-A068-ED95FB0A6E90}" srcOrd="0" destOrd="0" presId="urn:microsoft.com/office/officeart/2005/8/layout/vList6"/>
    <dgm:cxn modelId="{0D0CA3AD-0270-4042-B86D-EA9A9788A949}" type="presParOf" srcId="{F727E641-AAA1-4582-9277-599AFEF38D04}" destId="{E5AEE29A-FBB5-4C88-9D61-EB0BDB656804}" srcOrd="1" destOrd="0" presId="urn:microsoft.com/office/officeart/2005/8/layout/vList6"/>
    <dgm:cxn modelId="{ECAF964B-8FE3-4358-9892-6BE55DA3D50D}" type="presParOf" srcId="{C1700D05-57F7-45F8-85ED-CAEB1A5F2E33}" destId="{1BB91249-ECB3-4228-B27A-1E384AABE0C8}" srcOrd="5" destOrd="0" presId="urn:microsoft.com/office/officeart/2005/8/layout/vList6"/>
    <dgm:cxn modelId="{245A70B2-BBD8-447F-88C7-551F86BC6293}" type="presParOf" srcId="{C1700D05-57F7-45F8-85ED-CAEB1A5F2E33}" destId="{385188A3-D6B9-496A-8E7D-0423481B5988}" srcOrd="6" destOrd="0" presId="urn:microsoft.com/office/officeart/2005/8/layout/vList6"/>
    <dgm:cxn modelId="{77174F09-6AC3-42A1-AAB6-7E11F8C266AC}" type="presParOf" srcId="{385188A3-D6B9-496A-8E7D-0423481B5988}" destId="{BFDDA7AB-7BED-4AE4-B749-B6ED5BA813A6}" srcOrd="0" destOrd="0" presId="urn:microsoft.com/office/officeart/2005/8/layout/vList6"/>
    <dgm:cxn modelId="{A878F215-7548-4B4D-806B-C6AFC0A4A26E}" type="presParOf" srcId="{385188A3-D6B9-496A-8E7D-0423481B5988}" destId="{ECB98FF5-C100-4167-A6ED-87F0F931E5B4}" srcOrd="1" destOrd="0" presId="urn:microsoft.com/office/officeart/2005/8/layout/vList6"/>
    <dgm:cxn modelId="{3E960BDA-094C-464B-9D63-DFB0170D3092}" type="presParOf" srcId="{C1700D05-57F7-45F8-85ED-CAEB1A5F2E33}" destId="{D9399881-00B9-483F-ADFF-95B434093212}" srcOrd="7" destOrd="0" presId="urn:microsoft.com/office/officeart/2005/8/layout/vList6"/>
    <dgm:cxn modelId="{0A600A4E-E542-4B70-AA14-2354C678284E}" type="presParOf" srcId="{C1700D05-57F7-45F8-85ED-CAEB1A5F2E33}" destId="{3DA4D18A-EB42-462B-805E-D18A87A74FCE}" srcOrd="8" destOrd="0" presId="urn:microsoft.com/office/officeart/2005/8/layout/vList6"/>
    <dgm:cxn modelId="{D7645B4A-D24C-4F94-BCD4-1A880313383B}" type="presParOf" srcId="{3DA4D18A-EB42-462B-805E-D18A87A74FCE}" destId="{24D474D5-E24C-4836-B85F-5315FBEDAE2A}" srcOrd="0" destOrd="0" presId="urn:microsoft.com/office/officeart/2005/8/layout/vList6"/>
    <dgm:cxn modelId="{10D67C73-A672-45E2-B5CE-CF9A4C6B786A}" type="presParOf" srcId="{3DA4D18A-EB42-462B-805E-D18A87A74FCE}" destId="{51484F68-748F-41D4-83FC-C9DC8DFFAB0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95DC0-91E5-4954-8C7B-8335638B5D1F}" type="doc">
      <dgm:prSet loTypeId="urn:microsoft.com/office/officeart/2005/8/layout/process2" loCatId="process" qsTypeId="urn:microsoft.com/office/officeart/2005/8/quickstyle/simple3" qsCatId="simple" csTypeId="urn:microsoft.com/office/officeart/2005/8/colors/colorful1" csCatId="colorful" phldr="1"/>
      <dgm:spPr/>
    </dgm:pt>
    <dgm:pt modelId="{2BF6E295-4992-499C-8848-17E5DD1B4E20}">
      <dgm:prSet phldrT="[Text]" custT="1"/>
      <dgm:spPr/>
      <dgm:t>
        <a:bodyPr/>
        <a:lstStyle/>
        <a:p>
          <a:pPr algn="l"/>
          <a:r>
            <a:rPr lang="id-ID" sz="2000" dirty="0"/>
            <a:t>1. </a:t>
          </a:r>
          <a:r>
            <a:rPr lang="en-US" sz="2000" dirty="0"/>
            <a:t>Penentuan </a:t>
          </a:r>
          <a:r>
            <a:rPr lang="en-US" sz="2000" dirty="0" err="1"/>
            <a:t>Bidang</a:t>
          </a:r>
          <a:r>
            <a:rPr lang="en-US" sz="2000" dirty="0"/>
            <a:t> </a:t>
          </a:r>
          <a:r>
            <a:rPr lang="en-US" sz="2000" dirty="0" err="1"/>
            <a:t>Penelitian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Research Field</a:t>
          </a:r>
          <a:r>
            <a:rPr lang="en-US" sz="2000" dirty="0"/>
            <a:t>)</a:t>
          </a:r>
        </a:p>
      </dgm:t>
    </dgm:pt>
    <dgm:pt modelId="{5DBFD289-511B-440B-BB64-C7352D38421C}" type="parTrans" cxnId="{184209ED-53ED-4B67-B9D5-55360E776095}">
      <dgm:prSet/>
      <dgm:spPr/>
      <dgm:t>
        <a:bodyPr/>
        <a:lstStyle/>
        <a:p>
          <a:pPr algn="l"/>
          <a:endParaRPr lang="en-US"/>
        </a:p>
      </dgm:t>
    </dgm:pt>
    <dgm:pt modelId="{6D9F6640-3FC9-4945-914E-1DB19BA9FB6E}" type="sibTrans" cxnId="{184209ED-53ED-4B67-B9D5-55360E776095}">
      <dgm:prSet/>
      <dgm:spPr/>
      <dgm:t>
        <a:bodyPr/>
        <a:lstStyle/>
        <a:p>
          <a:pPr algn="l"/>
          <a:endParaRPr lang="en-US"/>
        </a:p>
      </dgm:t>
    </dgm:pt>
    <dgm:pt modelId="{1FBA68C5-CA92-40D3-86A0-A48A98EFEB26}">
      <dgm:prSet phldrT="[Text]" custT="1"/>
      <dgm:spPr/>
      <dgm:t>
        <a:bodyPr/>
        <a:lstStyle/>
        <a:p>
          <a:pPr algn="l"/>
          <a:r>
            <a:rPr lang="id-ID" sz="2000" dirty="0"/>
            <a:t>2. </a:t>
          </a:r>
          <a:r>
            <a:rPr lang="en-US" sz="2000" dirty="0"/>
            <a:t>Penentuan </a:t>
          </a:r>
          <a:r>
            <a:rPr lang="en-US" sz="2000" dirty="0" err="1"/>
            <a:t>Topik</a:t>
          </a:r>
          <a:r>
            <a:rPr lang="en-US" sz="2000" dirty="0"/>
            <a:t> </a:t>
          </a:r>
          <a:r>
            <a:rPr lang="en-US" sz="2000" dirty="0" err="1"/>
            <a:t>Penelitian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Research Topic</a:t>
          </a:r>
          <a:r>
            <a:rPr lang="en-US" sz="2000" dirty="0"/>
            <a:t>)</a:t>
          </a:r>
        </a:p>
      </dgm:t>
    </dgm:pt>
    <dgm:pt modelId="{53A27072-9AFC-44C8-A87F-ACEFD2C0CC67}" type="parTrans" cxnId="{75D00BAC-A0FC-48AE-B849-365799A9FC8A}">
      <dgm:prSet/>
      <dgm:spPr/>
      <dgm:t>
        <a:bodyPr/>
        <a:lstStyle/>
        <a:p>
          <a:pPr algn="l"/>
          <a:endParaRPr lang="en-US"/>
        </a:p>
      </dgm:t>
    </dgm:pt>
    <dgm:pt modelId="{8ADEF98F-F566-4CB2-91CE-D6706CBB9D62}" type="sibTrans" cxnId="{75D00BAC-A0FC-48AE-B849-365799A9FC8A}">
      <dgm:prSet/>
      <dgm:spPr/>
      <dgm:t>
        <a:bodyPr/>
        <a:lstStyle/>
        <a:p>
          <a:pPr algn="l"/>
          <a:endParaRPr lang="en-US"/>
        </a:p>
      </dgm:t>
    </dgm:pt>
    <dgm:pt modelId="{E838446E-E25D-4D0F-9959-B9403C5E2812}">
      <dgm:prSet phldrT="[Text]" custT="1"/>
      <dgm:spPr/>
      <dgm:t>
        <a:bodyPr/>
        <a:lstStyle/>
        <a:p>
          <a:pPr algn="l"/>
          <a:r>
            <a:rPr lang="en-US" sz="2000" dirty="0"/>
            <a:t>3. Penentuan </a:t>
          </a:r>
          <a:r>
            <a:rPr lang="en-US" sz="2000" dirty="0" err="1"/>
            <a:t>Masalah</a:t>
          </a:r>
          <a:r>
            <a:rPr lang="en-US" sz="2000" dirty="0"/>
            <a:t> </a:t>
          </a:r>
          <a:r>
            <a:rPr lang="en-US" sz="2000" dirty="0" err="1"/>
            <a:t>Penelitian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Research Problem</a:t>
          </a:r>
          <a:r>
            <a:rPr lang="en-US" sz="2000" dirty="0"/>
            <a:t>)</a:t>
          </a:r>
        </a:p>
      </dgm:t>
    </dgm:pt>
    <dgm:pt modelId="{542153C2-EA1B-481C-857F-D09FCE0912FC}" type="parTrans" cxnId="{86EFCC12-11C6-46C1-9BA8-F71838BFA22B}">
      <dgm:prSet/>
      <dgm:spPr/>
      <dgm:t>
        <a:bodyPr/>
        <a:lstStyle/>
        <a:p>
          <a:pPr algn="l"/>
          <a:endParaRPr lang="en-US"/>
        </a:p>
      </dgm:t>
    </dgm:pt>
    <dgm:pt modelId="{733DDFFC-9A16-4CD1-9AE5-C9D612AD122F}" type="sibTrans" cxnId="{86EFCC12-11C6-46C1-9BA8-F71838BFA22B}">
      <dgm:prSet/>
      <dgm:spPr/>
      <dgm:t>
        <a:bodyPr/>
        <a:lstStyle/>
        <a:p>
          <a:pPr algn="l"/>
          <a:endParaRPr lang="en-US"/>
        </a:p>
      </dgm:t>
    </dgm:pt>
    <dgm:pt modelId="{5958AB8F-28B5-437E-873F-86F038561A4E}">
      <dgm:prSet phldrT="[Text]" custT="1"/>
      <dgm:spPr/>
      <dgm:t>
        <a:bodyPr/>
        <a:lstStyle/>
        <a:p>
          <a:pPr algn="l"/>
          <a:r>
            <a:rPr lang="en-US" sz="2000" dirty="0"/>
            <a:t>4</a:t>
          </a:r>
          <a:r>
            <a:rPr lang="id-ID" sz="2000" dirty="0"/>
            <a:t>. </a:t>
          </a:r>
          <a:r>
            <a:rPr lang="en-US" sz="2000" dirty="0" err="1"/>
            <a:t>Perangkuman</a:t>
          </a:r>
          <a:r>
            <a:rPr lang="en-US" sz="2000" dirty="0"/>
            <a:t> </a:t>
          </a:r>
          <a:r>
            <a:rPr lang="en-US" sz="2000" dirty="0" err="1"/>
            <a:t>Metode-Metode</a:t>
          </a:r>
          <a:r>
            <a:rPr lang="en-US" sz="2000" dirty="0"/>
            <a:t> Yang Ada (</a:t>
          </a:r>
          <a:r>
            <a:rPr lang="en-US" sz="2000" b="1" i="1" dirty="0">
              <a:solidFill>
                <a:srgbClr val="C00000"/>
              </a:solidFill>
            </a:rPr>
            <a:t>State-of-the-Art Methods</a:t>
          </a:r>
          <a:r>
            <a:rPr lang="en-US" sz="2000" dirty="0"/>
            <a:t>)</a:t>
          </a:r>
        </a:p>
      </dgm:t>
    </dgm:pt>
    <dgm:pt modelId="{E0B57721-3737-4AD8-8B4A-3AEB4E63E2A5}" type="parTrans" cxnId="{15DF67B8-FD75-423F-82AB-00B254287D4B}">
      <dgm:prSet/>
      <dgm:spPr/>
      <dgm:t>
        <a:bodyPr/>
        <a:lstStyle/>
        <a:p>
          <a:pPr algn="l"/>
          <a:endParaRPr lang="en-US"/>
        </a:p>
      </dgm:t>
    </dgm:pt>
    <dgm:pt modelId="{4E50E150-56E9-4187-BA8D-9D3EE95C6848}" type="sibTrans" cxnId="{15DF67B8-FD75-423F-82AB-00B254287D4B}">
      <dgm:prSet/>
      <dgm:spPr/>
      <dgm:t>
        <a:bodyPr/>
        <a:lstStyle/>
        <a:p>
          <a:pPr algn="l"/>
          <a:endParaRPr lang="en-US"/>
        </a:p>
      </dgm:t>
    </dgm:pt>
    <dgm:pt modelId="{2758E9C8-827D-4A3F-A364-0E75DB1711AB}">
      <dgm:prSet phldrT="[Text]" custT="1"/>
      <dgm:spPr/>
      <dgm:t>
        <a:bodyPr/>
        <a:lstStyle/>
        <a:p>
          <a:pPr algn="l"/>
          <a:r>
            <a:rPr lang="en-US" sz="2000" dirty="0"/>
            <a:t>5. Penentuan </a:t>
          </a:r>
          <a:r>
            <a:rPr lang="en-US" sz="2000" dirty="0" err="1"/>
            <a:t>Metode</a:t>
          </a:r>
          <a:r>
            <a:rPr lang="en-US" sz="2000" dirty="0"/>
            <a:t> Yang </a:t>
          </a:r>
          <a:r>
            <a:rPr lang="en-US" sz="2000" dirty="0" err="1"/>
            <a:t>Diusulkan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Proposed Method</a:t>
          </a:r>
          <a:r>
            <a:rPr lang="en-US" sz="2000" dirty="0"/>
            <a:t>)</a:t>
          </a:r>
        </a:p>
      </dgm:t>
    </dgm:pt>
    <dgm:pt modelId="{EDF5E13C-8C94-4480-808A-A3FC6C5ECC7A}" type="parTrans" cxnId="{B23F5D63-1B39-4E72-8175-C86E70D36AA3}">
      <dgm:prSet/>
      <dgm:spPr/>
      <dgm:t>
        <a:bodyPr/>
        <a:lstStyle/>
        <a:p>
          <a:pPr algn="l"/>
          <a:endParaRPr lang="en-US"/>
        </a:p>
      </dgm:t>
    </dgm:pt>
    <dgm:pt modelId="{792D6546-60D8-452A-B6D5-BD83E78166A7}" type="sibTrans" cxnId="{B23F5D63-1B39-4E72-8175-C86E70D36AA3}">
      <dgm:prSet/>
      <dgm:spPr/>
      <dgm:t>
        <a:bodyPr/>
        <a:lstStyle/>
        <a:p>
          <a:pPr algn="l"/>
          <a:endParaRPr lang="en-US"/>
        </a:p>
      </dgm:t>
    </dgm:pt>
    <dgm:pt modelId="{4269BA43-4F7D-4E88-A996-6024F57EA5CA}">
      <dgm:prSet phldrT="[Text]" custT="1"/>
      <dgm:spPr/>
      <dgm:t>
        <a:bodyPr/>
        <a:lstStyle/>
        <a:p>
          <a:pPr algn="l"/>
          <a:r>
            <a:rPr lang="en-US" sz="2000" dirty="0"/>
            <a:t>6. </a:t>
          </a:r>
          <a:r>
            <a:rPr lang="en-US" sz="2000" dirty="0" err="1"/>
            <a:t>Evaluasi</a:t>
          </a:r>
          <a:r>
            <a:rPr lang="en-US" sz="2000" dirty="0"/>
            <a:t> </a:t>
          </a:r>
          <a:r>
            <a:rPr lang="en-US" sz="2000" dirty="0" err="1"/>
            <a:t>Metode</a:t>
          </a:r>
          <a:r>
            <a:rPr lang="en-US" sz="2000" dirty="0"/>
            <a:t> Yang </a:t>
          </a:r>
          <a:r>
            <a:rPr lang="en-US" sz="2000" dirty="0" err="1"/>
            <a:t>Diusulkan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Evaluation</a:t>
          </a:r>
          <a:r>
            <a:rPr lang="en-US" sz="2000" dirty="0"/>
            <a:t>)</a:t>
          </a:r>
        </a:p>
      </dgm:t>
    </dgm:pt>
    <dgm:pt modelId="{953B5769-EB27-4190-BB6C-A13EC9023568}" type="parTrans" cxnId="{922ED797-B392-44E6-9EA7-1A9815605DA8}">
      <dgm:prSet/>
      <dgm:spPr/>
      <dgm:t>
        <a:bodyPr/>
        <a:lstStyle/>
        <a:p>
          <a:endParaRPr lang="id-ID"/>
        </a:p>
      </dgm:t>
    </dgm:pt>
    <dgm:pt modelId="{3C70F95F-029F-49B0-8B0C-79D395D10CD3}" type="sibTrans" cxnId="{922ED797-B392-44E6-9EA7-1A9815605DA8}">
      <dgm:prSet/>
      <dgm:spPr/>
      <dgm:t>
        <a:bodyPr/>
        <a:lstStyle/>
        <a:p>
          <a:endParaRPr lang="id-ID"/>
        </a:p>
      </dgm:t>
    </dgm:pt>
    <dgm:pt modelId="{9B070EED-3D56-405A-BBF9-D2B7F7F4BFBE}">
      <dgm:prSet phldrT="[Text]" custT="1"/>
      <dgm:spPr/>
      <dgm:t>
        <a:bodyPr/>
        <a:lstStyle/>
        <a:p>
          <a:pPr algn="l"/>
          <a:r>
            <a:rPr lang="en-US" sz="2000" dirty="0"/>
            <a:t>7. Penulisan </a:t>
          </a:r>
          <a:r>
            <a:rPr lang="en-US" sz="2000" dirty="0" err="1"/>
            <a:t>Ilmiah</a:t>
          </a:r>
          <a:r>
            <a:rPr lang="en-US" sz="2000" dirty="0"/>
            <a:t> dan </a:t>
          </a:r>
          <a:r>
            <a:rPr lang="en-US" sz="2000" dirty="0" err="1"/>
            <a:t>Publikasi</a:t>
          </a:r>
          <a:r>
            <a:rPr lang="en-US" sz="2000" dirty="0"/>
            <a:t> Hasil </a:t>
          </a:r>
          <a:r>
            <a:rPr lang="en-US" sz="2000" dirty="0" err="1"/>
            <a:t>Penelitian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Publications</a:t>
          </a:r>
          <a:r>
            <a:rPr lang="en-US" sz="2000" dirty="0"/>
            <a:t>)</a:t>
          </a:r>
        </a:p>
      </dgm:t>
    </dgm:pt>
    <dgm:pt modelId="{9F99E544-C6F5-4120-AD7E-014E10D16126}" type="parTrans" cxnId="{53BACAEF-AB38-4FBE-8E31-4D33421A8C52}">
      <dgm:prSet/>
      <dgm:spPr/>
      <dgm:t>
        <a:bodyPr/>
        <a:lstStyle/>
        <a:p>
          <a:endParaRPr lang="id-ID"/>
        </a:p>
      </dgm:t>
    </dgm:pt>
    <dgm:pt modelId="{24035A7D-00A0-4228-8A16-C498E09257A2}" type="sibTrans" cxnId="{53BACAEF-AB38-4FBE-8E31-4D33421A8C52}">
      <dgm:prSet/>
      <dgm:spPr/>
      <dgm:t>
        <a:bodyPr/>
        <a:lstStyle/>
        <a:p>
          <a:endParaRPr lang="id-ID"/>
        </a:p>
      </dgm:t>
    </dgm:pt>
    <dgm:pt modelId="{F0550927-BDCB-4C50-B73C-62AC87FEF9F9}" type="pres">
      <dgm:prSet presAssocID="{40F95DC0-91E5-4954-8C7B-8335638B5D1F}" presName="linearFlow" presStyleCnt="0">
        <dgm:presLayoutVars>
          <dgm:resizeHandles val="exact"/>
        </dgm:presLayoutVars>
      </dgm:prSet>
      <dgm:spPr/>
    </dgm:pt>
    <dgm:pt modelId="{99CBE896-B728-4082-B705-31534B89A164}" type="pres">
      <dgm:prSet presAssocID="{2BF6E295-4992-499C-8848-17E5DD1B4E20}" presName="node" presStyleLbl="node1" presStyleIdx="0" presStyleCnt="7" custScaleX="496141" custLinFactNeighborX="5024" custLinFactNeighborY="-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F591A8-1704-4ECC-9CFE-F3F9064D9674}" type="pres">
      <dgm:prSet presAssocID="{6D9F6640-3FC9-4945-914E-1DB19BA9FB6E}" presName="sibTrans" presStyleLbl="sibTrans2D1" presStyleIdx="0" presStyleCnt="6"/>
      <dgm:spPr/>
      <dgm:t>
        <a:bodyPr/>
        <a:lstStyle/>
        <a:p>
          <a:endParaRPr lang="en-US"/>
        </a:p>
      </dgm:t>
    </dgm:pt>
    <dgm:pt modelId="{08FA3E03-F1E7-4279-8A0B-897B71E0A928}" type="pres">
      <dgm:prSet presAssocID="{6D9F6640-3FC9-4945-914E-1DB19BA9FB6E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111A853C-CEFF-4837-BADE-24CF1E2C3729}" type="pres">
      <dgm:prSet presAssocID="{1FBA68C5-CA92-40D3-86A0-A48A98EFEB26}" presName="node" presStyleLbl="node1" presStyleIdx="1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E19570-EA1C-4F11-ADD1-7F59E0C140CC}" type="pres">
      <dgm:prSet presAssocID="{8ADEF98F-F566-4CB2-91CE-D6706CBB9D62}" presName="sibTrans" presStyleLbl="sibTrans2D1" presStyleIdx="1" presStyleCnt="6"/>
      <dgm:spPr/>
      <dgm:t>
        <a:bodyPr/>
        <a:lstStyle/>
        <a:p>
          <a:endParaRPr lang="en-US"/>
        </a:p>
      </dgm:t>
    </dgm:pt>
    <dgm:pt modelId="{3A6A53D8-B661-444D-8BC6-A6B0C1F34CB7}" type="pres">
      <dgm:prSet presAssocID="{8ADEF98F-F566-4CB2-91CE-D6706CBB9D62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4BFBA2DF-5D1A-4692-9572-DD1DC778C2AE}" type="pres">
      <dgm:prSet presAssocID="{E838446E-E25D-4D0F-9959-B9403C5E2812}" presName="node" presStyleLbl="node1" presStyleIdx="2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DD0A9B-C0B7-4A90-8634-CD4951ED9FF5}" type="pres">
      <dgm:prSet presAssocID="{733DDFFC-9A16-4CD1-9AE5-C9D612AD122F}" presName="sibTrans" presStyleLbl="sibTrans2D1" presStyleIdx="2" presStyleCnt="6"/>
      <dgm:spPr/>
      <dgm:t>
        <a:bodyPr/>
        <a:lstStyle/>
        <a:p>
          <a:endParaRPr lang="en-US"/>
        </a:p>
      </dgm:t>
    </dgm:pt>
    <dgm:pt modelId="{71381362-3ABF-4338-B71A-5407DDE2FB0A}" type="pres">
      <dgm:prSet presAssocID="{733DDFFC-9A16-4CD1-9AE5-C9D612AD122F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26412A0F-61FF-4A76-980F-ADC7C2042A0B}" type="pres">
      <dgm:prSet presAssocID="{5958AB8F-28B5-437E-873F-86F038561A4E}" presName="node" presStyleLbl="node1" presStyleIdx="3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B17ADE-A653-4572-A12B-C328E4FA8E3D}" type="pres">
      <dgm:prSet presAssocID="{4E50E150-56E9-4187-BA8D-9D3EE95C6848}" presName="sibTrans" presStyleLbl="sibTrans2D1" presStyleIdx="3" presStyleCnt="6"/>
      <dgm:spPr/>
      <dgm:t>
        <a:bodyPr/>
        <a:lstStyle/>
        <a:p>
          <a:endParaRPr lang="en-US"/>
        </a:p>
      </dgm:t>
    </dgm:pt>
    <dgm:pt modelId="{3ED03110-43B2-481B-9446-5ECD5DD1F2AE}" type="pres">
      <dgm:prSet presAssocID="{4E50E150-56E9-4187-BA8D-9D3EE95C6848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D891ADC6-E483-4227-8F79-3F250D8E716B}" type="pres">
      <dgm:prSet presAssocID="{2758E9C8-827D-4A3F-A364-0E75DB1711AB}" presName="node" presStyleLbl="node1" presStyleIdx="4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B6EAA5-0D09-4161-8D9A-7EC04FA1674E}" type="pres">
      <dgm:prSet presAssocID="{792D6546-60D8-452A-B6D5-BD83E78166A7}" presName="sibTrans" presStyleLbl="sibTrans2D1" presStyleIdx="4" presStyleCnt="6"/>
      <dgm:spPr/>
      <dgm:t>
        <a:bodyPr/>
        <a:lstStyle/>
        <a:p>
          <a:endParaRPr lang="en-US"/>
        </a:p>
      </dgm:t>
    </dgm:pt>
    <dgm:pt modelId="{5E6259C7-2BAC-40F9-ABB3-B0FA949C0C2E}" type="pres">
      <dgm:prSet presAssocID="{792D6546-60D8-452A-B6D5-BD83E78166A7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ED630954-78E6-4446-9DE7-A220588C9BF3}" type="pres">
      <dgm:prSet presAssocID="{4269BA43-4F7D-4E88-A996-6024F57EA5CA}" presName="node" presStyleLbl="node1" presStyleIdx="5" presStyleCnt="7" custScaleX="4961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D2BB53-1682-4ABF-AE95-26C724666FD1}" type="pres">
      <dgm:prSet presAssocID="{3C70F95F-029F-49B0-8B0C-79D395D10CD3}" presName="sibTrans" presStyleLbl="sibTrans2D1" presStyleIdx="5" presStyleCnt="6"/>
      <dgm:spPr/>
      <dgm:t>
        <a:bodyPr/>
        <a:lstStyle/>
        <a:p>
          <a:endParaRPr lang="en-US"/>
        </a:p>
      </dgm:t>
    </dgm:pt>
    <dgm:pt modelId="{CA298CCA-6CDA-4999-BFBC-8FE4CA96EAC0}" type="pres">
      <dgm:prSet presAssocID="{3C70F95F-029F-49B0-8B0C-79D395D10CD3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D01CCC73-DB11-4641-996D-464799A53EA1}" type="pres">
      <dgm:prSet presAssocID="{9B070EED-3D56-405A-BBF9-D2B7F7F4BFBE}" presName="node" presStyleLbl="node1" presStyleIdx="6" presStyleCnt="7" custScaleX="4961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7C4E4D1-81AD-4EB1-92BB-AFEB4AE93824}" type="presOf" srcId="{4E50E150-56E9-4187-BA8D-9D3EE95C6848}" destId="{3ED03110-43B2-481B-9446-5ECD5DD1F2AE}" srcOrd="1" destOrd="0" presId="urn:microsoft.com/office/officeart/2005/8/layout/process2"/>
    <dgm:cxn modelId="{848419FA-6EF9-4B23-8CD3-90273F8049EB}" type="presOf" srcId="{9B070EED-3D56-405A-BBF9-D2B7F7F4BFBE}" destId="{D01CCC73-DB11-4641-996D-464799A53EA1}" srcOrd="0" destOrd="0" presId="urn:microsoft.com/office/officeart/2005/8/layout/process2"/>
    <dgm:cxn modelId="{05D34C06-2116-433E-8CD6-10D836E9FF9E}" type="presOf" srcId="{8ADEF98F-F566-4CB2-91CE-D6706CBB9D62}" destId="{3A6A53D8-B661-444D-8BC6-A6B0C1F34CB7}" srcOrd="1" destOrd="0" presId="urn:microsoft.com/office/officeart/2005/8/layout/process2"/>
    <dgm:cxn modelId="{81204F6F-7148-4914-A9BF-4CB53919F39B}" type="presOf" srcId="{733DDFFC-9A16-4CD1-9AE5-C9D612AD122F}" destId="{32DD0A9B-C0B7-4A90-8634-CD4951ED9FF5}" srcOrd="0" destOrd="0" presId="urn:microsoft.com/office/officeart/2005/8/layout/process2"/>
    <dgm:cxn modelId="{919A0BB4-0A69-4E44-A393-6804096A6CAC}" type="presOf" srcId="{6D9F6640-3FC9-4945-914E-1DB19BA9FB6E}" destId="{BDF591A8-1704-4ECC-9CFE-F3F9064D9674}" srcOrd="0" destOrd="0" presId="urn:microsoft.com/office/officeart/2005/8/layout/process2"/>
    <dgm:cxn modelId="{DA846708-A111-4F4F-BF0A-0BED003A1884}" type="presOf" srcId="{2758E9C8-827D-4A3F-A364-0E75DB1711AB}" destId="{D891ADC6-E483-4227-8F79-3F250D8E716B}" srcOrd="0" destOrd="0" presId="urn:microsoft.com/office/officeart/2005/8/layout/process2"/>
    <dgm:cxn modelId="{184209ED-53ED-4B67-B9D5-55360E776095}" srcId="{40F95DC0-91E5-4954-8C7B-8335638B5D1F}" destId="{2BF6E295-4992-499C-8848-17E5DD1B4E20}" srcOrd="0" destOrd="0" parTransId="{5DBFD289-511B-440B-BB64-C7352D38421C}" sibTransId="{6D9F6640-3FC9-4945-914E-1DB19BA9FB6E}"/>
    <dgm:cxn modelId="{225A403C-7C9A-47CA-8E57-7EEF878B06AD}" type="presOf" srcId="{5958AB8F-28B5-437E-873F-86F038561A4E}" destId="{26412A0F-61FF-4A76-980F-ADC7C2042A0B}" srcOrd="0" destOrd="0" presId="urn:microsoft.com/office/officeart/2005/8/layout/process2"/>
    <dgm:cxn modelId="{B50A9DCC-3356-4D9C-8067-3E5EA44A41D7}" type="presOf" srcId="{1FBA68C5-CA92-40D3-86A0-A48A98EFEB26}" destId="{111A853C-CEFF-4837-BADE-24CF1E2C3729}" srcOrd="0" destOrd="0" presId="urn:microsoft.com/office/officeart/2005/8/layout/process2"/>
    <dgm:cxn modelId="{401609B7-D14B-47A0-BC1C-32E945AA74F8}" type="presOf" srcId="{3C70F95F-029F-49B0-8B0C-79D395D10CD3}" destId="{50D2BB53-1682-4ABF-AE95-26C724666FD1}" srcOrd="0" destOrd="0" presId="urn:microsoft.com/office/officeart/2005/8/layout/process2"/>
    <dgm:cxn modelId="{11A0C24F-B591-4FC5-8B8B-CE431252707B}" type="presOf" srcId="{792D6546-60D8-452A-B6D5-BD83E78166A7}" destId="{4AB6EAA5-0D09-4161-8D9A-7EC04FA1674E}" srcOrd="0" destOrd="0" presId="urn:microsoft.com/office/officeart/2005/8/layout/process2"/>
    <dgm:cxn modelId="{5999927D-E6E2-4A01-B323-A214A8EAF0DE}" type="presOf" srcId="{4E50E150-56E9-4187-BA8D-9D3EE95C6848}" destId="{EFB17ADE-A653-4572-A12B-C328E4FA8E3D}" srcOrd="0" destOrd="0" presId="urn:microsoft.com/office/officeart/2005/8/layout/process2"/>
    <dgm:cxn modelId="{53BACAEF-AB38-4FBE-8E31-4D33421A8C52}" srcId="{40F95DC0-91E5-4954-8C7B-8335638B5D1F}" destId="{9B070EED-3D56-405A-BBF9-D2B7F7F4BFBE}" srcOrd="6" destOrd="0" parTransId="{9F99E544-C6F5-4120-AD7E-014E10D16126}" sibTransId="{24035A7D-00A0-4228-8A16-C498E09257A2}"/>
    <dgm:cxn modelId="{86EFCC12-11C6-46C1-9BA8-F71838BFA22B}" srcId="{40F95DC0-91E5-4954-8C7B-8335638B5D1F}" destId="{E838446E-E25D-4D0F-9959-B9403C5E2812}" srcOrd="2" destOrd="0" parTransId="{542153C2-EA1B-481C-857F-D09FCE0912FC}" sibTransId="{733DDFFC-9A16-4CD1-9AE5-C9D612AD122F}"/>
    <dgm:cxn modelId="{573C4DE0-651E-433E-AD0C-B53090DB2A92}" type="presOf" srcId="{2BF6E295-4992-499C-8848-17E5DD1B4E20}" destId="{99CBE896-B728-4082-B705-31534B89A164}" srcOrd="0" destOrd="0" presId="urn:microsoft.com/office/officeart/2005/8/layout/process2"/>
    <dgm:cxn modelId="{326BB98E-3F30-4265-A126-C1562944CE84}" type="presOf" srcId="{733DDFFC-9A16-4CD1-9AE5-C9D612AD122F}" destId="{71381362-3ABF-4338-B71A-5407DDE2FB0A}" srcOrd="1" destOrd="0" presId="urn:microsoft.com/office/officeart/2005/8/layout/process2"/>
    <dgm:cxn modelId="{75D00BAC-A0FC-48AE-B849-365799A9FC8A}" srcId="{40F95DC0-91E5-4954-8C7B-8335638B5D1F}" destId="{1FBA68C5-CA92-40D3-86A0-A48A98EFEB26}" srcOrd="1" destOrd="0" parTransId="{53A27072-9AFC-44C8-A87F-ACEFD2C0CC67}" sibTransId="{8ADEF98F-F566-4CB2-91CE-D6706CBB9D62}"/>
    <dgm:cxn modelId="{EDD3525A-C169-449F-B308-CE846EFA9D91}" type="presOf" srcId="{6D9F6640-3FC9-4945-914E-1DB19BA9FB6E}" destId="{08FA3E03-F1E7-4279-8A0B-897B71E0A928}" srcOrd="1" destOrd="0" presId="urn:microsoft.com/office/officeart/2005/8/layout/process2"/>
    <dgm:cxn modelId="{45DCEB22-B9D3-459E-AA46-30EE8E3DEA07}" type="presOf" srcId="{3C70F95F-029F-49B0-8B0C-79D395D10CD3}" destId="{CA298CCA-6CDA-4999-BFBC-8FE4CA96EAC0}" srcOrd="1" destOrd="0" presId="urn:microsoft.com/office/officeart/2005/8/layout/process2"/>
    <dgm:cxn modelId="{F95DEC9E-1BED-4AD9-86EC-76A035626031}" type="presOf" srcId="{792D6546-60D8-452A-B6D5-BD83E78166A7}" destId="{5E6259C7-2BAC-40F9-ABB3-B0FA949C0C2E}" srcOrd="1" destOrd="0" presId="urn:microsoft.com/office/officeart/2005/8/layout/process2"/>
    <dgm:cxn modelId="{15DF67B8-FD75-423F-82AB-00B254287D4B}" srcId="{40F95DC0-91E5-4954-8C7B-8335638B5D1F}" destId="{5958AB8F-28B5-437E-873F-86F038561A4E}" srcOrd="3" destOrd="0" parTransId="{E0B57721-3737-4AD8-8B4A-3AEB4E63E2A5}" sibTransId="{4E50E150-56E9-4187-BA8D-9D3EE95C6848}"/>
    <dgm:cxn modelId="{922ED797-B392-44E6-9EA7-1A9815605DA8}" srcId="{40F95DC0-91E5-4954-8C7B-8335638B5D1F}" destId="{4269BA43-4F7D-4E88-A996-6024F57EA5CA}" srcOrd="5" destOrd="0" parTransId="{953B5769-EB27-4190-BB6C-A13EC9023568}" sibTransId="{3C70F95F-029F-49B0-8B0C-79D395D10CD3}"/>
    <dgm:cxn modelId="{C50764C8-BE9F-41A6-8D08-8C6B3E8500A1}" type="presOf" srcId="{4269BA43-4F7D-4E88-A996-6024F57EA5CA}" destId="{ED630954-78E6-4446-9DE7-A220588C9BF3}" srcOrd="0" destOrd="0" presId="urn:microsoft.com/office/officeart/2005/8/layout/process2"/>
    <dgm:cxn modelId="{0ADF283C-8281-4911-BEBD-FB3504F1BD23}" type="presOf" srcId="{8ADEF98F-F566-4CB2-91CE-D6706CBB9D62}" destId="{7CE19570-EA1C-4F11-ADD1-7F59E0C140CC}" srcOrd="0" destOrd="0" presId="urn:microsoft.com/office/officeart/2005/8/layout/process2"/>
    <dgm:cxn modelId="{D69297A7-86F3-4ADD-9897-4737A93F7AB2}" type="presOf" srcId="{E838446E-E25D-4D0F-9959-B9403C5E2812}" destId="{4BFBA2DF-5D1A-4692-9572-DD1DC778C2AE}" srcOrd="0" destOrd="0" presId="urn:microsoft.com/office/officeart/2005/8/layout/process2"/>
    <dgm:cxn modelId="{7E9F7984-3E63-4AB0-B71B-6CBF2579A961}" type="presOf" srcId="{40F95DC0-91E5-4954-8C7B-8335638B5D1F}" destId="{F0550927-BDCB-4C50-B73C-62AC87FEF9F9}" srcOrd="0" destOrd="0" presId="urn:microsoft.com/office/officeart/2005/8/layout/process2"/>
    <dgm:cxn modelId="{B23F5D63-1B39-4E72-8175-C86E70D36AA3}" srcId="{40F95DC0-91E5-4954-8C7B-8335638B5D1F}" destId="{2758E9C8-827D-4A3F-A364-0E75DB1711AB}" srcOrd="4" destOrd="0" parTransId="{EDF5E13C-8C94-4480-808A-A3FC6C5ECC7A}" sibTransId="{792D6546-60D8-452A-B6D5-BD83E78166A7}"/>
    <dgm:cxn modelId="{B3A77BAD-D9A2-4A67-923D-54ACD69EC5E4}" type="presParOf" srcId="{F0550927-BDCB-4C50-B73C-62AC87FEF9F9}" destId="{99CBE896-B728-4082-B705-31534B89A164}" srcOrd="0" destOrd="0" presId="urn:microsoft.com/office/officeart/2005/8/layout/process2"/>
    <dgm:cxn modelId="{A601563C-1E04-417E-8C68-B78F2FE369A1}" type="presParOf" srcId="{F0550927-BDCB-4C50-B73C-62AC87FEF9F9}" destId="{BDF591A8-1704-4ECC-9CFE-F3F9064D9674}" srcOrd="1" destOrd="0" presId="urn:microsoft.com/office/officeart/2005/8/layout/process2"/>
    <dgm:cxn modelId="{14A76555-4622-4F84-BDDA-9AA5D4539437}" type="presParOf" srcId="{BDF591A8-1704-4ECC-9CFE-F3F9064D9674}" destId="{08FA3E03-F1E7-4279-8A0B-897B71E0A928}" srcOrd="0" destOrd="0" presId="urn:microsoft.com/office/officeart/2005/8/layout/process2"/>
    <dgm:cxn modelId="{BB39A008-22FE-4EEB-B6D2-BB8F48E7D4DD}" type="presParOf" srcId="{F0550927-BDCB-4C50-B73C-62AC87FEF9F9}" destId="{111A853C-CEFF-4837-BADE-24CF1E2C3729}" srcOrd="2" destOrd="0" presId="urn:microsoft.com/office/officeart/2005/8/layout/process2"/>
    <dgm:cxn modelId="{75C938D7-4FF8-4782-BE23-F283EFE7DFA9}" type="presParOf" srcId="{F0550927-BDCB-4C50-B73C-62AC87FEF9F9}" destId="{7CE19570-EA1C-4F11-ADD1-7F59E0C140CC}" srcOrd="3" destOrd="0" presId="urn:microsoft.com/office/officeart/2005/8/layout/process2"/>
    <dgm:cxn modelId="{E5419DCA-6FDC-41CD-B0DA-E7C2962BE7BC}" type="presParOf" srcId="{7CE19570-EA1C-4F11-ADD1-7F59E0C140CC}" destId="{3A6A53D8-B661-444D-8BC6-A6B0C1F34CB7}" srcOrd="0" destOrd="0" presId="urn:microsoft.com/office/officeart/2005/8/layout/process2"/>
    <dgm:cxn modelId="{9A0936F9-9D9B-42EA-995D-35CB52E44D88}" type="presParOf" srcId="{F0550927-BDCB-4C50-B73C-62AC87FEF9F9}" destId="{4BFBA2DF-5D1A-4692-9572-DD1DC778C2AE}" srcOrd="4" destOrd="0" presId="urn:microsoft.com/office/officeart/2005/8/layout/process2"/>
    <dgm:cxn modelId="{96165E64-6214-4CEE-98C5-4608916186D0}" type="presParOf" srcId="{F0550927-BDCB-4C50-B73C-62AC87FEF9F9}" destId="{32DD0A9B-C0B7-4A90-8634-CD4951ED9FF5}" srcOrd="5" destOrd="0" presId="urn:microsoft.com/office/officeart/2005/8/layout/process2"/>
    <dgm:cxn modelId="{C699FDE1-AFB9-4350-AD42-4A101BF989AF}" type="presParOf" srcId="{32DD0A9B-C0B7-4A90-8634-CD4951ED9FF5}" destId="{71381362-3ABF-4338-B71A-5407DDE2FB0A}" srcOrd="0" destOrd="0" presId="urn:microsoft.com/office/officeart/2005/8/layout/process2"/>
    <dgm:cxn modelId="{9791DB38-A581-4A06-BEDD-2D149169EB91}" type="presParOf" srcId="{F0550927-BDCB-4C50-B73C-62AC87FEF9F9}" destId="{26412A0F-61FF-4A76-980F-ADC7C2042A0B}" srcOrd="6" destOrd="0" presId="urn:microsoft.com/office/officeart/2005/8/layout/process2"/>
    <dgm:cxn modelId="{AB98409C-4C04-4D01-954D-500D3314E45B}" type="presParOf" srcId="{F0550927-BDCB-4C50-B73C-62AC87FEF9F9}" destId="{EFB17ADE-A653-4572-A12B-C328E4FA8E3D}" srcOrd="7" destOrd="0" presId="urn:microsoft.com/office/officeart/2005/8/layout/process2"/>
    <dgm:cxn modelId="{46BEB338-07BD-4872-AF16-4F7C076A7082}" type="presParOf" srcId="{EFB17ADE-A653-4572-A12B-C328E4FA8E3D}" destId="{3ED03110-43B2-481B-9446-5ECD5DD1F2AE}" srcOrd="0" destOrd="0" presId="urn:microsoft.com/office/officeart/2005/8/layout/process2"/>
    <dgm:cxn modelId="{5F540577-3F89-4045-B1C5-59A91866B96C}" type="presParOf" srcId="{F0550927-BDCB-4C50-B73C-62AC87FEF9F9}" destId="{D891ADC6-E483-4227-8F79-3F250D8E716B}" srcOrd="8" destOrd="0" presId="urn:microsoft.com/office/officeart/2005/8/layout/process2"/>
    <dgm:cxn modelId="{A87840E2-F49D-40E1-B5E7-D09585DC95E9}" type="presParOf" srcId="{F0550927-BDCB-4C50-B73C-62AC87FEF9F9}" destId="{4AB6EAA5-0D09-4161-8D9A-7EC04FA1674E}" srcOrd="9" destOrd="0" presId="urn:microsoft.com/office/officeart/2005/8/layout/process2"/>
    <dgm:cxn modelId="{C2B5FD9C-76F7-4C4D-80B1-0C769D234076}" type="presParOf" srcId="{4AB6EAA5-0D09-4161-8D9A-7EC04FA1674E}" destId="{5E6259C7-2BAC-40F9-ABB3-B0FA949C0C2E}" srcOrd="0" destOrd="0" presId="urn:microsoft.com/office/officeart/2005/8/layout/process2"/>
    <dgm:cxn modelId="{964AFAE2-67FB-4E73-891B-1124D7050BB9}" type="presParOf" srcId="{F0550927-BDCB-4C50-B73C-62AC87FEF9F9}" destId="{ED630954-78E6-4446-9DE7-A220588C9BF3}" srcOrd="10" destOrd="0" presId="urn:microsoft.com/office/officeart/2005/8/layout/process2"/>
    <dgm:cxn modelId="{71C880C4-F9CB-4436-9CBC-0DC2D22D7E7B}" type="presParOf" srcId="{F0550927-BDCB-4C50-B73C-62AC87FEF9F9}" destId="{50D2BB53-1682-4ABF-AE95-26C724666FD1}" srcOrd="11" destOrd="0" presId="urn:microsoft.com/office/officeart/2005/8/layout/process2"/>
    <dgm:cxn modelId="{797CDF7F-C49F-4E34-B084-33D10FF416D4}" type="presParOf" srcId="{50D2BB53-1682-4ABF-AE95-26C724666FD1}" destId="{CA298CCA-6CDA-4999-BFBC-8FE4CA96EAC0}" srcOrd="0" destOrd="0" presId="urn:microsoft.com/office/officeart/2005/8/layout/process2"/>
    <dgm:cxn modelId="{F3693F27-CD1B-4B80-8465-F3628ADAC6E0}" type="presParOf" srcId="{F0550927-BDCB-4C50-B73C-62AC87FEF9F9}" destId="{D01CCC73-DB11-4641-996D-464799A53EA1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47EEF5-4CA9-4722-ACE2-B42DB5480EF1}" type="doc">
      <dgm:prSet loTypeId="urn:microsoft.com/office/officeart/2005/8/layout/lProcess2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0A9AFBD-265E-4342-8AC4-E80FAF33F58E}">
      <dgm:prSet phldrT="[Text]" custT="1"/>
      <dgm:spPr/>
      <dgm:t>
        <a:bodyPr/>
        <a:lstStyle/>
        <a:p>
          <a:r>
            <a:rPr lang="en-US" sz="3200" b="1" dirty="0" err="1">
              <a:latin typeface="Calibri" panose="020F0502020204030204" pitchFamily="34" charset="0"/>
            </a:rPr>
            <a:t>Menzies</a:t>
          </a:r>
          <a:r>
            <a:rPr lang="en-US" sz="3200" dirty="0">
              <a:latin typeface="Calibri" panose="020F0502020204030204" pitchFamily="34" charset="0"/>
            </a:rPr>
            <a:t> Framework</a:t>
          </a:r>
        </a:p>
      </dgm:t>
    </dgm:pt>
    <dgm:pt modelId="{C3F033D1-30C0-4D9F-B569-22D06471D499}" type="parTrans" cxnId="{A9A3D554-471C-44E9-8E18-8D98CECB2C55}">
      <dgm:prSet/>
      <dgm:spPr/>
      <dgm:t>
        <a:bodyPr/>
        <a:lstStyle/>
        <a:p>
          <a:endParaRPr lang="en-US"/>
        </a:p>
      </dgm:t>
    </dgm:pt>
    <dgm:pt modelId="{B79A0A9D-FD3C-4FD4-B012-CFF8BC85CC6B}" type="sibTrans" cxnId="{A9A3D554-471C-44E9-8E18-8D98CECB2C55}">
      <dgm:prSet/>
      <dgm:spPr/>
      <dgm:t>
        <a:bodyPr/>
        <a:lstStyle/>
        <a:p>
          <a:endParaRPr lang="en-US"/>
        </a:p>
      </dgm:t>
    </dgm:pt>
    <dgm:pt modelId="{0981DDB7-F5C2-4A4D-80F9-AA1B667EBAA8}">
      <dgm:prSet phldrT="[Text]"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</a:rPr>
            <a:t>(</a:t>
          </a:r>
          <a:r>
            <a:rPr lang="en-US" sz="2000" dirty="0" err="1">
              <a:latin typeface="Calibri" panose="020F0502020204030204" pitchFamily="34" charset="0"/>
            </a:rPr>
            <a:t>Menzies</a:t>
          </a:r>
          <a:r>
            <a:rPr lang="en-US" sz="2000" dirty="0">
              <a:latin typeface="Calibri" panose="020F0502020204030204" pitchFamily="34" charset="0"/>
            </a:rPr>
            <a:t> et al. 2007)</a:t>
          </a:r>
        </a:p>
      </dgm:t>
    </dgm:pt>
    <dgm:pt modelId="{6D897801-F4D9-484C-8FF8-D1C225D08D34}" type="parTrans" cxnId="{64B28C55-4970-4135-A2C3-00FECF4AFC1D}">
      <dgm:prSet/>
      <dgm:spPr/>
      <dgm:t>
        <a:bodyPr/>
        <a:lstStyle/>
        <a:p>
          <a:endParaRPr lang="en-US"/>
        </a:p>
      </dgm:t>
    </dgm:pt>
    <dgm:pt modelId="{AB93900F-F114-4C3C-B938-7480051E6265}" type="sibTrans" cxnId="{64B28C55-4970-4135-A2C3-00FECF4AFC1D}">
      <dgm:prSet/>
      <dgm:spPr/>
      <dgm:t>
        <a:bodyPr/>
        <a:lstStyle/>
        <a:p>
          <a:endParaRPr lang="en-US"/>
        </a:p>
      </dgm:t>
    </dgm:pt>
    <dgm:pt modelId="{FB913E87-F66E-4836-88AE-D4E49442B48B}">
      <dgm:prSet phldrT="[Text]" custT="1"/>
      <dgm:spPr/>
      <dgm:t>
        <a:bodyPr/>
        <a:lstStyle/>
        <a:p>
          <a:r>
            <a:rPr lang="en-US" sz="3200" b="1" dirty="0" err="1">
              <a:latin typeface="Calibri" panose="020F0502020204030204" pitchFamily="34" charset="0"/>
            </a:rPr>
            <a:t>Lessmann</a:t>
          </a:r>
          <a:r>
            <a:rPr lang="en-US" sz="3200" dirty="0">
              <a:latin typeface="Calibri" panose="020F0502020204030204" pitchFamily="34" charset="0"/>
            </a:rPr>
            <a:t> Framework</a:t>
          </a:r>
        </a:p>
      </dgm:t>
    </dgm:pt>
    <dgm:pt modelId="{01318CC2-76A1-476A-8156-B40BBD92A46A}" type="parTrans" cxnId="{977E3F20-42DC-493F-B089-D1DDC7E22F46}">
      <dgm:prSet/>
      <dgm:spPr/>
      <dgm:t>
        <a:bodyPr/>
        <a:lstStyle/>
        <a:p>
          <a:endParaRPr lang="en-US"/>
        </a:p>
      </dgm:t>
    </dgm:pt>
    <dgm:pt modelId="{DF42E326-47C8-4F2A-9D5C-F7865070EF1F}" type="sibTrans" cxnId="{977E3F20-42DC-493F-B089-D1DDC7E22F46}">
      <dgm:prSet/>
      <dgm:spPr/>
      <dgm:t>
        <a:bodyPr/>
        <a:lstStyle/>
        <a:p>
          <a:endParaRPr lang="en-US"/>
        </a:p>
      </dgm:t>
    </dgm:pt>
    <dgm:pt modelId="{2907AEAD-1164-4667-AD71-A1D0BCF456C7}">
      <dgm:prSet phldrT="[Text]" custT="1"/>
      <dgm:spPr/>
      <dgm:t>
        <a:bodyPr/>
        <a:lstStyle/>
        <a:p>
          <a:r>
            <a:rPr lang="id-ID" sz="1800" dirty="0">
              <a:latin typeface="Calibri" panose="020F0502020204030204" pitchFamily="34" charset="0"/>
            </a:rPr>
            <a:t>(Lessmann et al. 2008) </a:t>
          </a:r>
          <a:endParaRPr lang="en-US" sz="1800" dirty="0">
            <a:latin typeface="Calibri" panose="020F0502020204030204" pitchFamily="34" charset="0"/>
          </a:endParaRPr>
        </a:p>
      </dgm:t>
    </dgm:pt>
    <dgm:pt modelId="{DC647E0E-594B-4E4F-BE9C-4F9EA7748AEB}" type="parTrans" cxnId="{0190CA2C-22C3-4491-8A4F-EED90CDBAB09}">
      <dgm:prSet/>
      <dgm:spPr/>
      <dgm:t>
        <a:bodyPr/>
        <a:lstStyle/>
        <a:p>
          <a:endParaRPr lang="en-US"/>
        </a:p>
      </dgm:t>
    </dgm:pt>
    <dgm:pt modelId="{DFBE6138-809C-4D3A-9D2F-8A20D570017D}" type="sibTrans" cxnId="{0190CA2C-22C3-4491-8A4F-EED90CDBAB09}">
      <dgm:prSet/>
      <dgm:spPr/>
      <dgm:t>
        <a:bodyPr/>
        <a:lstStyle/>
        <a:p>
          <a:endParaRPr lang="en-US"/>
        </a:p>
      </dgm:t>
    </dgm:pt>
    <dgm:pt modelId="{E0DAF5E9-7DDF-4A33-91B2-FCF985DFB4B5}">
      <dgm:prSet phldrT="[Text]" custT="1"/>
      <dgm:spPr/>
      <dgm:t>
        <a:bodyPr/>
        <a:lstStyle/>
        <a:p>
          <a:r>
            <a:rPr lang="en-US" sz="3200" b="1">
              <a:latin typeface="Calibri" panose="020F0502020204030204" pitchFamily="34" charset="0"/>
            </a:rPr>
            <a:t>Song</a:t>
          </a:r>
          <a:r>
            <a:rPr lang="en-US" sz="3200">
              <a:latin typeface="Calibri" panose="020F0502020204030204" pitchFamily="34" charset="0"/>
            </a:rPr>
            <a:t> Framework</a:t>
          </a:r>
          <a:endParaRPr lang="en-US" sz="3200" dirty="0">
            <a:latin typeface="Calibri" panose="020F0502020204030204" pitchFamily="34" charset="0"/>
          </a:endParaRPr>
        </a:p>
      </dgm:t>
    </dgm:pt>
    <dgm:pt modelId="{B9BC79AE-33CA-405B-B520-44E4B77C5C22}" type="parTrans" cxnId="{078B5CDC-956E-432F-A900-FB80A4CE1606}">
      <dgm:prSet/>
      <dgm:spPr/>
      <dgm:t>
        <a:bodyPr/>
        <a:lstStyle/>
        <a:p>
          <a:endParaRPr lang="en-US"/>
        </a:p>
      </dgm:t>
    </dgm:pt>
    <dgm:pt modelId="{01700B3D-4101-4AB7-8538-3FDAEE74D08B}" type="sibTrans" cxnId="{078B5CDC-956E-432F-A900-FB80A4CE1606}">
      <dgm:prSet/>
      <dgm:spPr/>
      <dgm:t>
        <a:bodyPr/>
        <a:lstStyle/>
        <a:p>
          <a:endParaRPr lang="en-US"/>
        </a:p>
      </dgm:t>
    </dgm:pt>
    <dgm:pt modelId="{2B818FAB-F112-4CD2-A233-649661E4E312}">
      <dgm:prSet phldrT="[Text]" custT="1"/>
      <dgm:spPr/>
      <dgm:t>
        <a:bodyPr/>
        <a:lstStyle/>
        <a:p>
          <a:r>
            <a:rPr lang="en-US" sz="2000" dirty="0">
              <a:latin typeface="Calibri" panose="020F0502020204030204" pitchFamily="34" charset="0"/>
            </a:rPr>
            <a:t>(Song et al. 2011)</a:t>
          </a:r>
        </a:p>
      </dgm:t>
    </dgm:pt>
    <dgm:pt modelId="{D154CD38-AB49-4A80-9C20-F15FD7DB09FE}" type="parTrans" cxnId="{F7E9BFD1-0647-4E23-A2A6-571E3B463E6A}">
      <dgm:prSet/>
      <dgm:spPr/>
      <dgm:t>
        <a:bodyPr/>
        <a:lstStyle/>
        <a:p>
          <a:endParaRPr lang="en-US"/>
        </a:p>
      </dgm:t>
    </dgm:pt>
    <dgm:pt modelId="{EA969424-BDD4-4AA6-9C2B-860894120B7C}" type="sibTrans" cxnId="{F7E9BFD1-0647-4E23-A2A6-571E3B463E6A}">
      <dgm:prSet/>
      <dgm:spPr/>
      <dgm:t>
        <a:bodyPr/>
        <a:lstStyle/>
        <a:p>
          <a:endParaRPr lang="en-US"/>
        </a:p>
      </dgm:t>
    </dgm:pt>
    <dgm:pt modelId="{8E368EC0-0C04-4E20-93BF-A3E62C02AC9F}" type="pres">
      <dgm:prSet presAssocID="{A747EEF5-4CA9-4722-ACE2-B42DB5480EF1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DB5C67A-4BCD-43A0-9BE2-1880F6FE9E8F}" type="pres">
      <dgm:prSet presAssocID="{30A9AFBD-265E-4342-8AC4-E80FAF33F58E}" presName="compNode" presStyleCnt="0"/>
      <dgm:spPr/>
    </dgm:pt>
    <dgm:pt modelId="{0DA5F16F-9BB2-49EB-BF00-DA4FF7A8B35D}" type="pres">
      <dgm:prSet presAssocID="{30A9AFBD-265E-4342-8AC4-E80FAF33F58E}" presName="aNode" presStyleLbl="bgShp" presStyleIdx="0" presStyleCnt="3"/>
      <dgm:spPr/>
      <dgm:t>
        <a:bodyPr/>
        <a:lstStyle/>
        <a:p>
          <a:endParaRPr lang="en-US"/>
        </a:p>
      </dgm:t>
    </dgm:pt>
    <dgm:pt modelId="{B87B63B9-7E59-40CD-AAF8-2962A422671E}" type="pres">
      <dgm:prSet presAssocID="{30A9AFBD-265E-4342-8AC4-E80FAF33F58E}" presName="textNode" presStyleLbl="bgShp" presStyleIdx="0" presStyleCnt="3"/>
      <dgm:spPr/>
      <dgm:t>
        <a:bodyPr/>
        <a:lstStyle/>
        <a:p>
          <a:endParaRPr lang="en-US"/>
        </a:p>
      </dgm:t>
    </dgm:pt>
    <dgm:pt modelId="{F0B2E440-C156-4B3B-879B-C3AAC95F1005}" type="pres">
      <dgm:prSet presAssocID="{30A9AFBD-265E-4342-8AC4-E80FAF33F58E}" presName="compChildNode" presStyleCnt="0"/>
      <dgm:spPr/>
    </dgm:pt>
    <dgm:pt modelId="{1671803E-3FE0-4836-9EAF-622B02EB4B5C}" type="pres">
      <dgm:prSet presAssocID="{30A9AFBD-265E-4342-8AC4-E80FAF33F58E}" presName="theInnerList" presStyleCnt="0"/>
      <dgm:spPr/>
    </dgm:pt>
    <dgm:pt modelId="{594AF7F3-3D05-47CB-854D-2352061D2655}" type="pres">
      <dgm:prSet presAssocID="{0981DDB7-F5C2-4A4D-80F9-AA1B667EBAA8}" presName="childNode" presStyleLbl="node1" presStyleIdx="0" presStyleCnt="3" custScaleX="114105" custScaleY="362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D7B1FE-BE82-4B4E-BB41-C785A8812727}" type="pres">
      <dgm:prSet presAssocID="{30A9AFBD-265E-4342-8AC4-E80FAF33F58E}" presName="aSpace" presStyleCnt="0"/>
      <dgm:spPr/>
    </dgm:pt>
    <dgm:pt modelId="{F1682FCC-745C-4E47-9F4E-DA058BF44273}" type="pres">
      <dgm:prSet presAssocID="{FB913E87-F66E-4836-88AE-D4E49442B48B}" presName="compNode" presStyleCnt="0"/>
      <dgm:spPr/>
    </dgm:pt>
    <dgm:pt modelId="{32E75C4F-39B4-48E4-AD17-127CEB1D0C82}" type="pres">
      <dgm:prSet presAssocID="{FB913E87-F66E-4836-88AE-D4E49442B48B}" presName="aNode" presStyleLbl="bgShp" presStyleIdx="1" presStyleCnt="3"/>
      <dgm:spPr/>
      <dgm:t>
        <a:bodyPr/>
        <a:lstStyle/>
        <a:p>
          <a:endParaRPr lang="en-US"/>
        </a:p>
      </dgm:t>
    </dgm:pt>
    <dgm:pt modelId="{48C8AD85-06E5-446E-8042-AC516812DA95}" type="pres">
      <dgm:prSet presAssocID="{FB913E87-F66E-4836-88AE-D4E49442B48B}" presName="textNode" presStyleLbl="bgShp" presStyleIdx="1" presStyleCnt="3"/>
      <dgm:spPr/>
      <dgm:t>
        <a:bodyPr/>
        <a:lstStyle/>
        <a:p>
          <a:endParaRPr lang="en-US"/>
        </a:p>
      </dgm:t>
    </dgm:pt>
    <dgm:pt modelId="{5998FC1C-5B90-4952-9883-33FFBCEAE738}" type="pres">
      <dgm:prSet presAssocID="{FB913E87-F66E-4836-88AE-D4E49442B48B}" presName="compChildNode" presStyleCnt="0"/>
      <dgm:spPr/>
    </dgm:pt>
    <dgm:pt modelId="{5030CFD8-2875-4487-A947-711DE951CA23}" type="pres">
      <dgm:prSet presAssocID="{FB913E87-F66E-4836-88AE-D4E49442B48B}" presName="theInnerList" presStyleCnt="0"/>
      <dgm:spPr/>
    </dgm:pt>
    <dgm:pt modelId="{78423505-4DBC-4F1B-9F82-2C4852882E25}" type="pres">
      <dgm:prSet presAssocID="{2907AEAD-1164-4667-AD71-A1D0BCF456C7}" presName="childNode" presStyleLbl="node1" presStyleIdx="1" presStyleCnt="3" custScaleX="114105" custScaleY="362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150604-DF4F-4D24-A1E9-96DB43AD46FC}" type="pres">
      <dgm:prSet presAssocID="{FB913E87-F66E-4836-88AE-D4E49442B48B}" presName="aSpace" presStyleCnt="0"/>
      <dgm:spPr/>
    </dgm:pt>
    <dgm:pt modelId="{3C41E0A6-B639-45BE-9C38-BBE60A1F7774}" type="pres">
      <dgm:prSet presAssocID="{E0DAF5E9-7DDF-4A33-91B2-FCF985DFB4B5}" presName="compNode" presStyleCnt="0"/>
      <dgm:spPr/>
    </dgm:pt>
    <dgm:pt modelId="{7C862DBB-923A-45DE-9BAC-C51672AF210D}" type="pres">
      <dgm:prSet presAssocID="{E0DAF5E9-7DDF-4A33-91B2-FCF985DFB4B5}" presName="aNode" presStyleLbl="bgShp" presStyleIdx="2" presStyleCnt="3"/>
      <dgm:spPr/>
      <dgm:t>
        <a:bodyPr/>
        <a:lstStyle/>
        <a:p>
          <a:endParaRPr lang="en-US"/>
        </a:p>
      </dgm:t>
    </dgm:pt>
    <dgm:pt modelId="{0F4369EA-993E-4196-A9B2-B94E49081387}" type="pres">
      <dgm:prSet presAssocID="{E0DAF5E9-7DDF-4A33-91B2-FCF985DFB4B5}" presName="textNode" presStyleLbl="bgShp" presStyleIdx="2" presStyleCnt="3"/>
      <dgm:spPr/>
      <dgm:t>
        <a:bodyPr/>
        <a:lstStyle/>
        <a:p>
          <a:endParaRPr lang="en-US"/>
        </a:p>
      </dgm:t>
    </dgm:pt>
    <dgm:pt modelId="{FD37D313-1493-4638-AE39-D6D9619E7287}" type="pres">
      <dgm:prSet presAssocID="{E0DAF5E9-7DDF-4A33-91B2-FCF985DFB4B5}" presName="compChildNode" presStyleCnt="0"/>
      <dgm:spPr/>
    </dgm:pt>
    <dgm:pt modelId="{B2B01209-CD78-4EE0-B38A-765614B0C3C3}" type="pres">
      <dgm:prSet presAssocID="{E0DAF5E9-7DDF-4A33-91B2-FCF985DFB4B5}" presName="theInnerList" presStyleCnt="0"/>
      <dgm:spPr/>
    </dgm:pt>
    <dgm:pt modelId="{B4F8A4B0-B4C8-45FC-9351-750305A0593F}" type="pres">
      <dgm:prSet presAssocID="{2B818FAB-F112-4CD2-A233-649661E4E312}" presName="childNode" presStyleLbl="node1" presStyleIdx="2" presStyleCnt="3" custScaleX="114105" custScaleY="362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6DE392-5F32-4850-9EF4-1717683957E6}" type="presOf" srcId="{2B818FAB-F112-4CD2-A233-649661E4E312}" destId="{B4F8A4B0-B4C8-45FC-9351-750305A0593F}" srcOrd="0" destOrd="0" presId="urn:microsoft.com/office/officeart/2005/8/layout/lProcess2"/>
    <dgm:cxn modelId="{660C2AAC-EAC0-43C3-B824-8913E088A670}" type="presOf" srcId="{30A9AFBD-265E-4342-8AC4-E80FAF33F58E}" destId="{B87B63B9-7E59-40CD-AAF8-2962A422671E}" srcOrd="1" destOrd="0" presId="urn:microsoft.com/office/officeart/2005/8/layout/lProcess2"/>
    <dgm:cxn modelId="{84697D27-355B-403C-B2E2-099DC79623B1}" type="presOf" srcId="{FB913E87-F66E-4836-88AE-D4E49442B48B}" destId="{48C8AD85-06E5-446E-8042-AC516812DA95}" srcOrd="1" destOrd="0" presId="urn:microsoft.com/office/officeart/2005/8/layout/lProcess2"/>
    <dgm:cxn modelId="{CBBE1D25-B811-4EE6-BA2D-5970C441D16B}" type="presOf" srcId="{A747EEF5-4CA9-4722-ACE2-B42DB5480EF1}" destId="{8E368EC0-0C04-4E20-93BF-A3E62C02AC9F}" srcOrd="0" destOrd="0" presId="urn:microsoft.com/office/officeart/2005/8/layout/lProcess2"/>
    <dgm:cxn modelId="{7621B2C5-1C25-46A0-AA52-030E225FBB65}" type="presOf" srcId="{E0DAF5E9-7DDF-4A33-91B2-FCF985DFB4B5}" destId="{7C862DBB-923A-45DE-9BAC-C51672AF210D}" srcOrd="0" destOrd="0" presId="urn:microsoft.com/office/officeart/2005/8/layout/lProcess2"/>
    <dgm:cxn modelId="{DFA6E78A-AD87-4B65-B313-815E49467441}" type="presOf" srcId="{E0DAF5E9-7DDF-4A33-91B2-FCF985DFB4B5}" destId="{0F4369EA-993E-4196-A9B2-B94E49081387}" srcOrd="1" destOrd="0" presId="urn:microsoft.com/office/officeart/2005/8/layout/lProcess2"/>
    <dgm:cxn modelId="{64B28C55-4970-4135-A2C3-00FECF4AFC1D}" srcId="{30A9AFBD-265E-4342-8AC4-E80FAF33F58E}" destId="{0981DDB7-F5C2-4A4D-80F9-AA1B667EBAA8}" srcOrd="0" destOrd="0" parTransId="{6D897801-F4D9-484C-8FF8-D1C225D08D34}" sibTransId="{AB93900F-F114-4C3C-B938-7480051E6265}"/>
    <dgm:cxn modelId="{0C9DC407-1A2D-4BF2-AFE4-149CECD10B60}" type="presOf" srcId="{30A9AFBD-265E-4342-8AC4-E80FAF33F58E}" destId="{0DA5F16F-9BB2-49EB-BF00-DA4FF7A8B35D}" srcOrd="0" destOrd="0" presId="urn:microsoft.com/office/officeart/2005/8/layout/lProcess2"/>
    <dgm:cxn modelId="{977E3F20-42DC-493F-B089-D1DDC7E22F46}" srcId="{A747EEF5-4CA9-4722-ACE2-B42DB5480EF1}" destId="{FB913E87-F66E-4836-88AE-D4E49442B48B}" srcOrd="1" destOrd="0" parTransId="{01318CC2-76A1-476A-8156-B40BBD92A46A}" sibTransId="{DF42E326-47C8-4F2A-9D5C-F7865070EF1F}"/>
    <dgm:cxn modelId="{078B5CDC-956E-432F-A900-FB80A4CE1606}" srcId="{A747EEF5-4CA9-4722-ACE2-B42DB5480EF1}" destId="{E0DAF5E9-7DDF-4A33-91B2-FCF985DFB4B5}" srcOrd="2" destOrd="0" parTransId="{B9BC79AE-33CA-405B-B520-44E4B77C5C22}" sibTransId="{01700B3D-4101-4AB7-8538-3FDAEE74D08B}"/>
    <dgm:cxn modelId="{58A2AF2A-26CA-4445-A51E-849FA10BDD39}" type="presOf" srcId="{2907AEAD-1164-4667-AD71-A1D0BCF456C7}" destId="{78423505-4DBC-4F1B-9F82-2C4852882E25}" srcOrd="0" destOrd="0" presId="urn:microsoft.com/office/officeart/2005/8/layout/lProcess2"/>
    <dgm:cxn modelId="{902B6EF0-FA81-426D-AF0D-A490466B1BBC}" type="presOf" srcId="{0981DDB7-F5C2-4A4D-80F9-AA1B667EBAA8}" destId="{594AF7F3-3D05-47CB-854D-2352061D2655}" srcOrd="0" destOrd="0" presId="urn:microsoft.com/office/officeart/2005/8/layout/lProcess2"/>
    <dgm:cxn modelId="{4B66C2B4-16C5-4CA4-8BE1-DD791A82F262}" type="presOf" srcId="{FB913E87-F66E-4836-88AE-D4E49442B48B}" destId="{32E75C4F-39B4-48E4-AD17-127CEB1D0C82}" srcOrd="0" destOrd="0" presId="urn:microsoft.com/office/officeart/2005/8/layout/lProcess2"/>
    <dgm:cxn modelId="{F7E9BFD1-0647-4E23-A2A6-571E3B463E6A}" srcId="{E0DAF5E9-7DDF-4A33-91B2-FCF985DFB4B5}" destId="{2B818FAB-F112-4CD2-A233-649661E4E312}" srcOrd="0" destOrd="0" parTransId="{D154CD38-AB49-4A80-9C20-F15FD7DB09FE}" sibTransId="{EA969424-BDD4-4AA6-9C2B-860894120B7C}"/>
    <dgm:cxn modelId="{A9A3D554-471C-44E9-8E18-8D98CECB2C55}" srcId="{A747EEF5-4CA9-4722-ACE2-B42DB5480EF1}" destId="{30A9AFBD-265E-4342-8AC4-E80FAF33F58E}" srcOrd="0" destOrd="0" parTransId="{C3F033D1-30C0-4D9F-B569-22D06471D499}" sibTransId="{B79A0A9D-FD3C-4FD4-B012-CFF8BC85CC6B}"/>
    <dgm:cxn modelId="{0190CA2C-22C3-4491-8A4F-EED90CDBAB09}" srcId="{FB913E87-F66E-4836-88AE-D4E49442B48B}" destId="{2907AEAD-1164-4667-AD71-A1D0BCF456C7}" srcOrd="0" destOrd="0" parTransId="{DC647E0E-594B-4E4F-BE9C-4F9EA7748AEB}" sibTransId="{DFBE6138-809C-4D3A-9D2F-8A20D570017D}"/>
    <dgm:cxn modelId="{068C67FE-D76F-43B4-9914-96E02D5D8084}" type="presParOf" srcId="{8E368EC0-0C04-4E20-93BF-A3E62C02AC9F}" destId="{6DB5C67A-4BCD-43A0-9BE2-1880F6FE9E8F}" srcOrd="0" destOrd="0" presId="urn:microsoft.com/office/officeart/2005/8/layout/lProcess2"/>
    <dgm:cxn modelId="{50972793-9178-4C2D-AB30-C01B343F8D08}" type="presParOf" srcId="{6DB5C67A-4BCD-43A0-9BE2-1880F6FE9E8F}" destId="{0DA5F16F-9BB2-49EB-BF00-DA4FF7A8B35D}" srcOrd="0" destOrd="0" presId="urn:microsoft.com/office/officeart/2005/8/layout/lProcess2"/>
    <dgm:cxn modelId="{7058EA8F-97C8-4660-B51B-52D80E1E13AE}" type="presParOf" srcId="{6DB5C67A-4BCD-43A0-9BE2-1880F6FE9E8F}" destId="{B87B63B9-7E59-40CD-AAF8-2962A422671E}" srcOrd="1" destOrd="0" presId="urn:microsoft.com/office/officeart/2005/8/layout/lProcess2"/>
    <dgm:cxn modelId="{28404937-B60B-4FD5-A2EB-D823DAC27906}" type="presParOf" srcId="{6DB5C67A-4BCD-43A0-9BE2-1880F6FE9E8F}" destId="{F0B2E440-C156-4B3B-879B-C3AAC95F1005}" srcOrd="2" destOrd="0" presId="urn:microsoft.com/office/officeart/2005/8/layout/lProcess2"/>
    <dgm:cxn modelId="{73873D82-7861-4668-99CC-3281C3D190A7}" type="presParOf" srcId="{F0B2E440-C156-4B3B-879B-C3AAC95F1005}" destId="{1671803E-3FE0-4836-9EAF-622B02EB4B5C}" srcOrd="0" destOrd="0" presId="urn:microsoft.com/office/officeart/2005/8/layout/lProcess2"/>
    <dgm:cxn modelId="{0ECB421D-DA13-48A9-A5EF-EE3796B64257}" type="presParOf" srcId="{1671803E-3FE0-4836-9EAF-622B02EB4B5C}" destId="{594AF7F3-3D05-47CB-854D-2352061D2655}" srcOrd="0" destOrd="0" presId="urn:microsoft.com/office/officeart/2005/8/layout/lProcess2"/>
    <dgm:cxn modelId="{53D2631C-58C0-4417-8AF3-5B5C0E222195}" type="presParOf" srcId="{8E368EC0-0C04-4E20-93BF-A3E62C02AC9F}" destId="{69D7B1FE-BE82-4B4E-BB41-C785A8812727}" srcOrd="1" destOrd="0" presId="urn:microsoft.com/office/officeart/2005/8/layout/lProcess2"/>
    <dgm:cxn modelId="{8B61F515-258C-4B36-8979-B047C44CBB7E}" type="presParOf" srcId="{8E368EC0-0C04-4E20-93BF-A3E62C02AC9F}" destId="{F1682FCC-745C-4E47-9F4E-DA058BF44273}" srcOrd="2" destOrd="0" presId="urn:microsoft.com/office/officeart/2005/8/layout/lProcess2"/>
    <dgm:cxn modelId="{AF5D73CC-FBF0-4FA6-8EB0-CAEA0FBC72FB}" type="presParOf" srcId="{F1682FCC-745C-4E47-9F4E-DA058BF44273}" destId="{32E75C4F-39B4-48E4-AD17-127CEB1D0C82}" srcOrd="0" destOrd="0" presId="urn:microsoft.com/office/officeart/2005/8/layout/lProcess2"/>
    <dgm:cxn modelId="{CC5E7499-7D5E-4FB2-BC4F-AC81E5E45EE2}" type="presParOf" srcId="{F1682FCC-745C-4E47-9F4E-DA058BF44273}" destId="{48C8AD85-06E5-446E-8042-AC516812DA95}" srcOrd="1" destOrd="0" presId="urn:microsoft.com/office/officeart/2005/8/layout/lProcess2"/>
    <dgm:cxn modelId="{6E3BA3FE-E211-49C4-812D-3BA0D1F9D2B1}" type="presParOf" srcId="{F1682FCC-745C-4E47-9F4E-DA058BF44273}" destId="{5998FC1C-5B90-4952-9883-33FFBCEAE738}" srcOrd="2" destOrd="0" presId="urn:microsoft.com/office/officeart/2005/8/layout/lProcess2"/>
    <dgm:cxn modelId="{D2237370-36D6-4214-BB38-E01AA1813C83}" type="presParOf" srcId="{5998FC1C-5B90-4952-9883-33FFBCEAE738}" destId="{5030CFD8-2875-4487-A947-711DE951CA23}" srcOrd="0" destOrd="0" presId="urn:microsoft.com/office/officeart/2005/8/layout/lProcess2"/>
    <dgm:cxn modelId="{07585EC8-8645-4926-9A84-350CC125D679}" type="presParOf" srcId="{5030CFD8-2875-4487-A947-711DE951CA23}" destId="{78423505-4DBC-4F1B-9F82-2C4852882E25}" srcOrd="0" destOrd="0" presId="urn:microsoft.com/office/officeart/2005/8/layout/lProcess2"/>
    <dgm:cxn modelId="{8DD7E4F5-C846-481E-9D39-9AD7E4A93D91}" type="presParOf" srcId="{8E368EC0-0C04-4E20-93BF-A3E62C02AC9F}" destId="{D3150604-DF4F-4D24-A1E9-96DB43AD46FC}" srcOrd="3" destOrd="0" presId="urn:microsoft.com/office/officeart/2005/8/layout/lProcess2"/>
    <dgm:cxn modelId="{EC5BE0AD-45BE-43AD-BC15-69E09CBD3DC5}" type="presParOf" srcId="{8E368EC0-0C04-4E20-93BF-A3E62C02AC9F}" destId="{3C41E0A6-B639-45BE-9C38-BBE60A1F7774}" srcOrd="4" destOrd="0" presId="urn:microsoft.com/office/officeart/2005/8/layout/lProcess2"/>
    <dgm:cxn modelId="{6EB6C0F7-7C98-4112-A259-7C61C06CA9C2}" type="presParOf" srcId="{3C41E0A6-B639-45BE-9C38-BBE60A1F7774}" destId="{7C862DBB-923A-45DE-9BAC-C51672AF210D}" srcOrd="0" destOrd="0" presId="urn:microsoft.com/office/officeart/2005/8/layout/lProcess2"/>
    <dgm:cxn modelId="{7525ABE0-29E9-444F-AF0B-22D37DF0931E}" type="presParOf" srcId="{3C41E0A6-B639-45BE-9C38-BBE60A1F7774}" destId="{0F4369EA-993E-4196-A9B2-B94E49081387}" srcOrd="1" destOrd="0" presId="urn:microsoft.com/office/officeart/2005/8/layout/lProcess2"/>
    <dgm:cxn modelId="{4D3964E5-DD99-48BC-B598-3406B0506EE6}" type="presParOf" srcId="{3C41E0A6-B639-45BE-9C38-BBE60A1F7774}" destId="{FD37D313-1493-4638-AE39-D6D9619E7287}" srcOrd="2" destOrd="0" presId="urn:microsoft.com/office/officeart/2005/8/layout/lProcess2"/>
    <dgm:cxn modelId="{98BC6327-5F5C-4D17-B7C6-4E049FEE2834}" type="presParOf" srcId="{FD37D313-1493-4638-AE39-D6D9619E7287}" destId="{B2B01209-CD78-4EE0-B38A-765614B0C3C3}" srcOrd="0" destOrd="0" presId="urn:microsoft.com/office/officeart/2005/8/layout/lProcess2"/>
    <dgm:cxn modelId="{1F1BF5A1-B716-4877-868A-7FDB07695CAF}" type="presParOf" srcId="{B2B01209-CD78-4EE0-B38A-765614B0C3C3}" destId="{B4F8A4B0-B4C8-45FC-9351-750305A0593F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95DC0-91E5-4954-8C7B-8335638B5D1F}" type="doc">
      <dgm:prSet loTypeId="urn:microsoft.com/office/officeart/2005/8/layout/process2" loCatId="process" qsTypeId="urn:microsoft.com/office/officeart/2005/8/quickstyle/simple3" qsCatId="simple" csTypeId="urn:microsoft.com/office/officeart/2005/8/colors/colorful1" csCatId="colorful" phldr="1"/>
      <dgm:spPr/>
    </dgm:pt>
    <dgm:pt modelId="{2BF6E295-4992-499C-8848-17E5DD1B4E20}">
      <dgm:prSet phldrT="[Text]" custT="1"/>
      <dgm:spPr/>
      <dgm:t>
        <a:bodyPr/>
        <a:lstStyle/>
        <a:p>
          <a:pPr algn="l"/>
          <a:r>
            <a:rPr lang="id-ID" sz="2000" dirty="0"/>
            <a:t>1. </a:t>
          </a:r>
          <a:r>
            <a:rPr lang="en-US" sz="2000" dirty="0" err="1"/>
            <a:t>Pemilihan</a:t>
          </a:r>
          <a:r>
            <a:rPr lang="en-US" sz="2000" dirty="0"/>
            <a:t> Satu </a:t>
          </a:r>
          <a:r>
            <a:rPr lang="en-US" sz="2000" dirty="0" err="1"/>
            <a:t>Algoritma</a:t>
          </a:r>
          <a:r>
            <a:rPr lang="en-US" sz="2000" dirty="0"/>
            <a:t> yang </a:t>
          </a:r>
          <a:r>
            <a:rPr lang="en-US" sz="2000" dirty="0" err="1"/>
            <a:t>Menarik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Research Field</a:t>
          </a:r>
          <a:r>
            <a:rPr lang="en-US" sz="2000" dirty="0"/>
            <a:t>)</a:t>
          </a:r>
        </a:p>
      </dgm:t>
    </dgm:pt>
    <dgm:pt modelId="{5DBFD289-511B-440B-BB64-C7352D38421C}" type="parTrans" cxnId="{184209ED-53ED-4B67-B9D5-55360E776095}">
      <dgm:prSet/>
      <dgm:spPr/>
      <dgm:t>
        <a:bodyPr/>
        <a:lstStyle/>
        <a:p>
          <a:pPr algn="l"/>
          <a:endParaRPr lang="en-US"/>
        </a:p>
      </dgm:t>
    </dgm:pt>
    <dgm:pt modelId="{6D9F6640-3FC9-4945-914E-1DB19BA9FB6E}" type="sibTrans" cxnId="{184209ED-53ED-4B67-B9D5-55360E776095}">
      <dgm:prSet/>
      <dgm:spPr/>
      <dgm:t>
        <a:bodyPr/>
        <a:lstStyle/>
        <a:p>
          <a:pPr algn="l"/>
          <a:endParaRPr lang="en-US"/>
        </a:p>
      </dgm:t>
    </dgm:pt>
    <dgm:pt modelId="{1FBA68C5-CA92-40D3-86A0-A48A98EFEB26}">
      <dgm:prSet phldrT="[Text]" custT="1"/>
      <dgm:spPr/>
      <dgm:t>
        <a:bodyPr/>
        <a:lstStyle/>
        <a:p>
          <a:pPr algn="l"/>
          <a:r>
            <a:rPr lang="id-ID" sz="2000" dirty="0"/>
            <a:t>2. </a:t>
          </a:r>
          <a:r>
            <a:rPr lang="en-US" sz="2000" dirty="0" err="1"/>
            <a:t>Pencarian</a:t>
          </a:r>
          <a:r>
            <a:rPr lang="en-US" sz="2000" dirty="0"/>
            <a:t> Paper Journal yang </a:t>
          </a:r>
          <a:r>
            <a:rPr lang="en-US" sz="2000" dirty="0" err="1"/>
            <a:t>Melakukan</a:t>
          </a:r>
          <a:r>
            <a:rPr lang="en-US" sz="2000" dirty="0"/>
            <a:t> </a:t>
          </a:r>
          <a:r>
            <a:rPr lang="en-US" sz="2000" dirty="0" err="1"/>
            <a:t>Perbaikan</a:t>
          </a:r>
          <a:r>
            <a:rPr lang="en-US" sz="2000" dirty="0"/>
            <a:t> </a:t>
          </a:r>
          <a:r>
            <a:rPr lang="en-US" sz="2000" dirty="0" err="1"/>
            <a:t>Algoritma</a:t>
          </a:r>
          <a:r>
            <a:rPr lang="en-US" sz="2000" dirty="0"/>
            <a:t> </a:t>
          </a:r>
          <a:r>
            <a:rPr lang="en-US" sz="2000" dirty="0" err="1"/>
            <a:t>Tersebut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Research Topic</a:t>
          </a:r>
          <a:r>
            <a:rPr lang="en-US" sz="2000" dirty="0"/>
            <a:t>)</a:t>
          </a:r>
        </a:p>
      </dgm:t>
    </dgm:pt>
    <dgm:pt modelId="{53A27072-9AFC-44C8-A87F-ACEFD2C0CC67}" type="parTrans" cxnId="{75D00BAC-A0FC-48AE-B849-365799A9FC8A}">
      <dgm:prSet/>
      <dgm:spPr/>
      <dgm:t>
        <a:bodyPr/>
        <a:lstStyle/>
        <a:p>
          <a:pPr algn="l"/>
          <a:endParaRPr lang="en-US"/>
        </a:p>
      </dgm:t>
    </dgm:pt>
    <dgm:pt modelId="{8ADEF98F-F566-4CB2-91CE-D6706CBB9D62}" type="sibTrans" cxnId="{75D00BAC-A0FC-48AE-B849-365799A9FC8A}">
      <dgm:prSet/>
      <dgm:spPr/>
      <dgm:t>
        <a:bodyPr/>
        <a:lstStyle/>
        <a:p>
          <a:pPr algn="l"/>
          <a:endParaRPr lang="en-US"/>
        </a:p>
      </dgm:t>
    </dgm:pt>
    <dgm:pt modelId="{E838446E-E25D-4D0F-9959-B9403C5E2812}">
      <dgm:prSet phldrT="[Text]" custT="1"/>
      <dgm:spPr/>
      <dgm:t>
        <a:bodyPr/>
        <a:lstStyle/>
        <a:p>
          <a:pPr algn="l"/>
          <a:r>
            <a:rPr lang="en-US" sz="2000" dirty="0"/>
            <a:t>3. Penentuan </a:t>
          </a:r>
          <a:r>
            <a:rPr lang="en-US" sz="2000" dirty="0" err="1"/>
            <a:t>Masalah</a:t>
          </a:r>
          <a:r>
            <a:rPr lang="en-US" sz="2000" dirty="0"/>
            <a:t> </a:t>
          </a:r>
          <a:r>
            <a:rPr lang="en-US" sz="2000" dirty="0" err="1"/>
            <a:t>Penelitian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Research Problem</a:t>
          </a:r>
          <a:r>
            <a:rPr lang="en-US" sz="2000" dirty="0"/>
            <a:t>)</a:t>
          </a:r>
        </a:p>
      </dgm:t>
    </dgm:pt>
    <dgm:pt modelId="{542153C2-EA1B-481C-857F-D09FCE0912FC}" type="parTrans" cxnId="{86EFCC12-11C6-46C1-9BA8-F71838BFA22B}">
      <dgm:prSet/>
      <dgm:spPr/>
      <dgm:t>
        <a:bodyPr/>
        <a:lstStyle/>
        <a:p>
          <a:pPr algn="l"/>
          <a:endParaRPr lang="en-US"/>
        </a:p>
      </dgm:t>
    </dgm:pt>
    <dgm:pt modelId="{733DDFFC-9A16-4CD1-9AE5-C9D612AD122F}" type="sibTrans" cxnId="{86EFCC12-11C6-46C1-9BA8-F71838BFA22B}">
      <dgm:prSet/>
      <dgm:spPr/>
      <dgm:t>
        <a:bodyPr/>
        <a:lstStyle/>
        <a:p>
          <a:pPr algn="l"/>
          <a:endParaRPr lang="en-US"/>
        </a:p>
      </dgm:t>
    </dgm:pt>
    <dgm:pt modelId="{5958AB8F-28B5-437E-873F-86F038561A4E}">
      <dgm:prSet phldrT="[Text]" custT="1"/>
      <dgm:spPr/>
      <dgm:t>
        <a:bodyPr/>
        <a:lstStyle/>
        <a:p>
          <a:pPr algn="l"/>
          <a:r>
            <a:rPr lang="en-US" sz="2000" dirty="0"/>
            <a:t>4</a:t>
          </a:r>
          <a:r>
            <a:rPr lang="id-ID" sz="2000" dirty="0"/>
            <a:t>. </a:t>
          </a:r>
          <a:r>
            <a:rPr lang="en-US" sz="2000" dirty="0" err="1"/>
            <a:t>Perangkuman</a:t>
          </a:r>
          <a:r>
            <a:rPr lang="en-US" sz="2000" dirty="0"/>
            <a:t> </a:t>
          </a:r>
          <a:r>
            <a:rPr lang="en-US" sz="2000" dirty="0" err="1"/>
            <a:t>Metode-Metode</a:t>
          </a:r>
          <a:r>
            <a:rPr lang="en-US" sz="2000" dirty="0"/>
            <a:t> Yang Ada (</a:t>
          </a:r>
          <a:r>
            <a:rPr lang="en-US" sz="2000" b="1" i="1" dirty="0">
              <a:solidFill>
                <a:srgbClr val="C00000"/>
              </a:solidFill>
            </a:rPr>
            <a:t>State-of-the-Art Methods</a:t>
          </a:r>
          <a:r>
            <a:rPr lang="en-US" sz="2000" dirty="0"/>
            <a:t>)</a:t>
          </a:r>
        </a:p>
      </dgm:t>
    </dgm:pt>
    <dgm:pt modelId="{E0B57721-3737-4AD8-8B4A-3AEB4E63E2A5}" type="parTrans" cxnId="{15DF67B8-FD75-423F-82AB-00B254287D4B}">
      <dgm:prSet/>
      <dgm:spPr/>
      <dgm:t>
        <a:bodyPr/>
        <a:lstStyle/>
        <a:p>
          <a:pPr algn="l"/>
          <a:endParaRPr lang="en-US"/>
        </a:p>
      </dgm:t>
    </dgm:pt>
    <dgm:pt modelId="{4E50E150-56E9-4187-BA8D-9D3EE95C6848}" type="sibTrans" cxnId="{15DF67B8-FD75-423F-82AB-00B254287D4B}">
      <dgm:prSet/>
      <dgm:spPr/>
      <dgm:t>
        <a:bodyPr/>
        <a:lstStyle/>
        <a:p>
          <a:pPr algn="l"/>
          <a:endParaRPr lang="en-US"/>
        </a:p>
      </dgm:t>
    </dgm:pt>
    <dgm:pt modelId="{2758E9C8-827D-4A3F-A364-0E75DB1711AB}">
      <dgm:prSet phldrT="[Text]" custT="1"/>
      <dgm:spPr/>
      <dgm:t>
        <a:bodyPr/>
        <a:lstStyle/>
        <a:p>
          <a:pPr algn="l"/>
          <a:r>
            <a:rPr lang="en-US" sz="2000" dirty="0"/>
            <a:t>5. Penentuan </a:t>
          </a:r>
          <a:r>
            <a:rPr lang="en-US" sz="2000" dirty="0" err="1"/>
            <a:t>Metode</a:t>
          </a:r>
          <a:r>
            <a:rPr lang="en-US" sz="2000" dirty="0"/>
            <a:t> Yang </a:t>
          </a:r>
          <a:r>
            <a:rPr lang="en-US" sz="2000" dirty="0" err="1"/>
            <a:t>Diusulkan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Proposed Method</a:t>
          </a:r>
          <a:r>
            <a:rPr lang="en-US" sz="2000" dirty="0"/>
            <a:t>)</a:t>
          </a:r>
        </a:p>
      </dgm:t>
    </dgm:pt>
    <dgm:pt modelId="{EDF5E13C-8C94-4480-808A-A3FC6C5ECC7A}" type="parTrans" cxnId="{B23F5D63-1B39-4E72-8175-C86E70D36AA3}">
      <dgm:prSet/>
      <dgm:spPr/>
      <dgm:t>
        <a:bodyPr/>
        <a:lstStyle/>
        <a:p>
          <a:pPr algn="l"/>
          <a:endParaRPr lang="en-US"/>
        </a:p>
      </dgm:t>
    </dgm:pt>
    <dgm:pt modelId="{792D6546-60D8-452A-B6D5-BD83E78166A7}" type="sibTrans" cxnId="{B23F5D63-1B39-4E72-8175-C86E70D36AA3}">
      <dgm:prSet/>
      <dgm:spPr/>
      <dgm:t>
        <a:bodyPr/>
        <a:lstStyle/>
        <a:p>
          <a:pPr algn="l"/>
          <a:endParaRPr lang="en-US"/>
        </a:p>
      </dgm:t>
    </dgm:pt>
    <dgm:pt modelId="{4269BA43-4F7D-4E88-A996-6024F57EA5CA}">
      <dgm:prSet phldrT="[Text]" custT="1"/>
      <dgm:spPr/>
      <dgm:t>
        <a:bodyPr/>
        <a:lstStyle/>
        <a:p>
          <a:pPr algn="l"/>
          <a:r>
            <a:rPr lang="en-US" sz="2000" dirty="0"/>
            <a:t>6. </a:t>
          </a:r>
          <a:r>
            <a:rPr lang="en-US" sz="2000" dirty="0" err="1"/>
            <a:t>Evaluasi</a:t>
          </a:r>
          <a:r>
            <a:rPr lang="en-US" sz="2000" dirty="0"/>
            <a:t> </a:t>
          </a:r>
          <a:r>
            <a:rPr lang="en-US" sz="2000" dirty="0" err="1"/>
            <a:t>Metode</a:t>
          </a:r>
          <a:r>
            <a:rPr lang="en-US" sz="2000" dirty="0"/>
            <a:t> Yang </a:t>
          </a:r>
          <a:r>
            <a:rPr lang="en-US" sz="2000" dirty="0" err="1"/>
            <a:t>Diusulkan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Evaluation</a:t>
          </a:r>
          <a:r>
            <a:rPr lang="en-US" sz="2000" dirty="0"/>
            <a:t>)</a:t>
          </a:r>
        </a:p>
      </dgm:t>
    </dgm:pt>
    <dgm:pt modelId="{953B5769-EB27-4190-BB6C-A13EC9023568}" type="parTrans" cxnId="{922ED797-B392-44E6-9EA7-1A9815605DA8}">
      <dgm:prSet/>
      <dgm:spPr/>
      <dgm:t>
        <a:bodyPr/>
        <a:lstStyle/>
        <a:p>
          <a:endParaRPr lang="id-ID"/>
        </a:p>
      </dgm:t>
    </dgm:pt>
    <dgm:pt modelId="{3C70F95F-029F-49B0-8B0C-79D395D10CD3}" type="sibTrans" cxnId="{922ED797-B392-44E6-9EA7-1A9815605DA8}">
      <dgm:prSet/>
      <dgm:spPr/>
      <dgm:t>
        <a:bodyPr/>
        <a:lstStyle/>
        <a:p>
          <a:endParaRPr lang="id-ID"/>
        </a:p>
      </dgm:t>
    </dgm:pt>
    <dgm:pt modelId="{9B070EED-3D56-405A-BBF9-D2B7F7F4BFBE}">
      <dgm:prSet phldrT="[Text]" custT="1"/>
      <dgm:spPr/>
      <dgm:t>
        <a:bodyPr/>
        <a:lstStyle/>
        <a:p>
          <a:pPr algn="l"/>
          <a:r>
            <a:rPr lang="en-US" sz="2000" dirty="0"/>
            <a:t>7. Penulisan </a:t>
          </a:r>
          <a:r>
            <a:rPr lang="en-US" sz="2000" dirty="0" err="1"/>
            <a:t>Ilmiah</a:t>
          </a:r>
          <a:r>
            <a:rPr lang="en-US" sz="2000" dirty="0"/>
            <a:t> dan </a:t>
          </a:r>
          <a:r>
            <a:rPr lang="en-US" sz="2000" dirty="0" err="1"/>
            <a:t>Publikasi</a:t>
          </a:r>
          <a:r>
            <a:rPr lang="en-US" sz="2000" dirty="0"/>
            <a:t> Hasil </a:t>
          </a:r>
          <a:r>
            <a:rPr lang="en-US" sz="2000" dirty="0" err="1"/>
            <a:t>Penelitian</a:t>
          </a:r>
          <a:r>
            <a:rPr lang="en-US" sz="2000" dirty="0"/>
            <a:t> (</a:t>
          </a:r>
          <a:r>
            <a:rPr lang="en-US" sz="2000" b="1" i="1" dirty="0">
              <a:solidFill>
                <a:srgbClr val="C00000"/>
              </a:solidFill>
            </a:rPr>
            <a:t>Publications</a:t>
          </a:r>
          <a:r>
            <a:rPr lang="en-US" sz="2000" dirty="0"/>
            <a:t>)</a:t>
          </a:r>
        </a:p>
      </dgm:t>
    </dgm:pt>
    <dgm:pt modelId="{9F99E544-C6F5-4120-AD7E-014E10D16126}" type="parTrans" cxnId="{53BACAEF-AB38-4FBE-8E31-4D33421A8C52}">
      <dgm:prSet/>
      <dgm:spPr/>
      <dgm:t>
        <a:bodyPr/>
        <a:lstStyle/>
        <a:p>
          <a:endParaRPr lang="id-ID"/>
        </a:p>
      </dgm:t>
    </dgm:pt>
    <dgm:pt modelId="{24035A7D-00A0-4228-8A16-C498E09257A2}" type="sibTrans" cxnId="{53BACAEF-AB38-4FBE-8E31-4D33421A8C52}">
      <dgm:prSet/>
      <dgm:spPr/>
      <dgm:t>
        <a:bodyPr/>
        <a:lstStyle/>
        <a:p>
          <a:endParaRPr lang="id-ID"/>
        </a:p>
      </dgm:t>
    </dgm:pt>
    <dgm:pt modelId="{F0550927-BDCB-4C50-B73C-62AC87FEF9F9}" type="pres">
      <dgm:prSet presAssocID="{40F95DC0-91E5-4954-8C7B-8335638B5D1F}" presName="linearFlow" presStyleCnt="0">
        <dgm:presLayoutVars>
          <dgm:resizeHandles val="exact"/>
        </dgm:presLayoutVars>
      </dgm:prSet>
      <dgm:spPr/>
    </dgm:pt>
    <dgm:pt modelId="{99CBE896-B728-4082-B705-31534B89A164}" type="pres">
      <dgm:prSet presAssocID="{2BF6E295-4992-499C-8848-17E5DD1B4E20}" presName="node" presStyleLbl="node1" presStyleIdx="0" presStyleCnt="7" custScaleX="496141" custLinFactNeighborX="5024" custLinFactNeighborY="-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F591A8-1704-4ECC-9CFE-F3F9064D9674}" type="pres">
      <dgm:prSet presAssocID="{6D9F6640-3FC9-4945-914E-1DB19BA9FB6E}" presName="sibTrans" presStyleLbl="sibTrans2D1" presStyleIdx="0" presStyleCnt="6"/>
      <dgm:spPr/>
      <dgm:t>
        <a:bodyPr/>
        <a:lstStyle/>
        <a:p>
          <a:endParaRPr lang="en-US"/>
        </a:p>
      </dgm:t>
    </dgm:pt>
    <dgm:pt modelId="{08FA3E03-F1E7-4279-8A0B-897B71E0A928}" type="pres">
      <dgm:prSet presAssocID="{6D9F6640-3FC9-4945-914E-1DB19BA9FB6E}" presName="connectorText" presStyleLbl="sibTrans2D1" presStyleIdx="0" presStyleCnt="6"/>
      <dgm:spPr/>
      <dgm:t>
        <a:bodyPr/>
        <a:lstStyle/>
        <a:p>
          <a:endParaRPr lang="en-US"/>
        </a:p>
      </dgm:t>
    </dgm:pt>
    <dgm:pt modelId="{111A853C-CEFF-4837-BADE-24CF1E2C3729}" type="pres">
      <dgm:prSet presAssocID="{1FBA68C5-CA92-40D3-86A0-A48A98EFEB26}" presName="node" presStyleLbl="node1" presStyleIdx="1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E19570-EA1C-4F11-ADD1-7F59E0C140CC}" type="pres">
      <dgm:prSet presAssocID="{8ADEF98F-F566-4CB2-91CE-D6706CBB9D62}" presName="sibTrans" presStyleLbl="sibTrans2D1" presStyleIdx="1" presStyleCnt="6"/>
      <dgm:spPr/>
      <dgm:t>
        <a:bodyPr/>
        <a:lstStyle/>
        <a:p>
          <a:endParaRPr lang="en-US"/>
        </a:p>
      </dgm:t>
    </dgm:pt>
    <dgm:pt modelId="{3A6A53D8-B661-444D-8BC6-A6B0C1F34CB7}" type="pres">
      <dgm:prSet presAssocID="{8ADEF98F-F566-4CB2-91CE-D6706CBB9D62}" presName="connectorText" presStyleLbl="sibTrans2D1" presStyleIdx="1" presStyleCnt="6"/>
      <dgm:spPr/>
      <dgm:t>
        <a:bodyPr/>
        <a:lstStyle/>
        <a:p>
          <a:endParaRPr lang="en-US"/>
        </a:p>
      </dgm:t>
    </dgm:pt>
    <dgm:pt modelId="{4BFBA2DF-5D1A-4692-9572-DD1DC778C2AE}" type="pres">
      <dgm:prSet presAssocID="{E838446E-E25D-4D0F-9959-B9403C5E2812}" presName="node" presStyleLbl="node1" presStyleIdx="2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DD0A9B-C0B7-4A90-8634-CD4951ED9FF5}" type="pres">
      <dgm:prSet presAssocID="{733DDFFC-9A16-4CD1-9AE5-C9D612AD122F}" presName="sibTrans" presStyleLbl="sibTrans2D1" presStyleIdx="2" presStyleCnt="6"/>
      <dgm:spPr/>
      <dgm:t>
        <a:bodyPr/>
        <a:lstStyle/>
        <a:p>
          <a:endParaRPr lang="en-US"/>
        </a:p>
      </dgm:t>
    </dgm:pt>
    <dgm:pt modelId="{71381362-3ABF-4338-B71A-5407DDE2FB0A}" type="pres">
      <dgm:prSet presAssocID="{733DDFFC-9A16-4CD1-9AE5-C9D612AD122F}" presName="connectorText" presStyleLbl="sibTrans2D1" presStyleIdx="2" presStyleCnt="6"/>
      <dgm:spPr/>
      <dgm:t>
        <a:bodyPr/>
        <a:lstStyle/>
        <a:p>
          <a:endParaRPr lang="en-US"/>
        </a:p>
      </dgm:t>
    </dgm:pt>
    <dgm:pt modelId="{26412A0F-61FF-4A76-980F-ADC7C2042A0B}" type="pres">
      <dgm:prSet presAssocID="{5958AB8F-28B5-437E-873F-86F038561A4E}" presName="node" presStyleLbl="node1" presStyleIdx="3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B17ADE-A653-4572-A12B-C328E4FA8E3D}" type="pres">
      <dgm:prSet presAssocID="{4E50E150-56E9-4187-BA8D-9D3EE95C6848}" presName="sibTrans" presStyleLbl="sibTrans2D1" presStyleIdx="3" presStyleCnt="6"/>
      <dgm:spPr/>
      <dgm:t>
        <a:bodyPr/>
        <a:lstStyle/>
        <a:p>
          <a:endParaRPr lang="en-US"/>
        </a:p>
      </dgm:t>
    </dgm:pt>
    <dgm:pt modelId="{3ED03110-43B2-481B-9446-5ECD5DD1F2AE}" type="pres">
      <dgm:prSet presAssocID="{4E50E150-56E9-4187-BA8D-9D3EE95C6848}" presName="connectorText" presStyleLbl="sibTrans2D1" presStyleIdx="3" presStyleCnt="6"/>
      <dgm:spPr/>
      <dgm:t>
        <a:bodyPr/>
        <a:lstStyle/>
        <a:p>
          <a:endParaRPr lang="en-US"/>
        </a:p>
      </dgm:t>
    </dgm:pt>
    <dgm:pt modelId="{D891ADC6-E483-4227-8F79-3F250D8E716B}" type="pres">
      <dgm:prSet presAssocID="{2758E9C8-827D-4A3F-A364-0E75DB1711AB}" presName="node" presStyleLbl="node1" presStyleIdx="4" presStyleCnt="7" custScaleX="496141" custLinFactNeighborX="1564" custLinFactNeighborY="6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B6EAA5-0D09-4161-8D9A-7EC04FA1674E}" type="pres">
      <dgm:prSet presAssocID="{792D6546-60D8-452A-B6D5-BD83E78166A7}" presName="sibTrans" presStyleLbl="sibTrans2D1" presStyleIdx="4" presStyleCnt="6"/>
      <dgm:spPr/>
      <dgm:t>
        <a:bodyPr/>
        <a:lstStyle/>
        <a:p>
          <a:endParaRPr lang="en-US"/>
        </a:p>
      </dgm:t>
    </dgm:pt>
    <dgm:pt modelId="{5E6259C7-2BAC-40F9-ABB3-B0FA949C0C2E}" type="pres">
      <dgm:prSet presAssocID="{792D6546-60D8-452A-B6D5-BD83E78166A7}" presName="connectorText" presStyleLbl="sibTrans2D1" presStyleIdx="4" presStyleCnt="6"/>
      <dgm:spPr/>
      <dgm:t>
        <a:bodyPr/>
        <a:lstStyle/>
        <a:p>
          <a:endParaRPr lang="en-US"/>
        </a:p>
      </dgm:t>
    </dgm:pt>
    <dgm:pt modelId="{ED630954-78E6-4446-9DE7-A220588C9BF3}" type="pres">
      <dgm:prSet presAssocID="{4269BA43-4F7D-4E88-A996-6024F57EA5CA}" presName="node" presStyleLbl="node1" presStyleIdx="5" presStyleCnt="7" custScaleX="4961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D2BB53-1682-4ABF-AE95-26C724666FD1}" type="pres">
      <dgm:prSet presAssocID="{3C70F95F-029F-49B0-8B0C-79D395D10CD3}" presName="sibTrans" presStyleLbl="sibTrans2D1" presStyleIdx="5" presStyleCnt="6"/>
      <dgm:spPr/>
      <dgm:t>
        <a:bodyPr/>
        <a:lstStyle/>
        <a:p>
          <a:endParaRPr lang="en-US"/>
        </a:p>
      </dgm:t>
    </dgm:pt>
    <dgm:pt modelId="{CA298CCA-6CDA-4999-BFBC-8FE4CA96EAC0}" type="pres">
      <dgm:prSet presAssocID="{3C70F95F-029F-49B0-8B0C-79D395D10CD3}" presName="connectorText" presStyleLbl="sibTrans2D1" presStyleIdx="5" presStyleCnt="6"/>
      <dgm:spPr/>
      <dgm:t>
        <a:bodyPr/>
        <a:lstStyle/>
        <a:p>
          <a:endParaRPr lang="en-US"/>
        </a:p>
      </dgm:t>
    </dgm:pt>
    <dgm:pt modelId="{D01CCC73-DB11-4641-996D-464799A53EA1}" type="pres">
      <dgm:prSet presAssocID="{9B070EED-3D56-405A-BBF9-D2B7F7F4BFBE}" presName="node" presStyleLbl="node1" presStyleIdx="6" presStyleCnt="7" custScaleX="4961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7C4E4D1-81AD-4EB1-92BB-AFEB4AE93824}" type="presOf" srcId="{4E50E150-56E9-4187-BA8D-9D3EE95C6848}" destId="{3ED03110-43B2-481B-9446-5ECD5DD1F2AE}" srcOrd="1" destOrd="0" presId="urn:microsoft.com/office/officeart/2005/8/layout/process2"/>
    <dgm:cxn modelId="{848419FA-6EF9-4B23-8CD3-90273F8049EB}" type="presOf" srcId="{9B070EED-3D56-405A-BBF9-D2B7F7F4BFBE}" destId="{D01CCC73-DB11-4641-996D-464799A53EA1}" srcOrd="0" destOrd="0" presId="urn:microsoft.com/office/officeart/2005/8/layout/process2"/>
    <dgm:cxn modelId="{05D34C06-2116-433E-8CD6-10D836E9FF9E}" type="presOf" srcId="{8ADEF98F-F566-4CB2-91CE-D6706CBB9D62}" destId="{3A6A53D8-B661-444D-8BC6-A6B0C1F34CB7}" srcOrd="1" destOrd="0" presId="urn:microsoft.com/office/officeart/2005/8/layout/process2"/>
    <dgm:cxn modelId="{81204F6F-7148-4914-A9BF-4CB53919F39B}" type="presOf" srcId="{733DDFFC-9A16-4CD1-9AE5-C9D612AD122F}" destId="{32DD0A9B-C0B7-4A90-8634-CD4951ED9FF5}" srcOrd="0" destOrd="0" presId="urn:microsoft.com/office/officeart/2005/8/layout/process2"/>
    <dgm:cxn modelId="{919A0BB4-0A69-4E44-A393-6804096A6CAC}" type="presOf" srcId="{6D9F6640-3FC9-4945-914E-1DB19BA9FB6E}" destId="{BDF591A8-1704-4ECC-9CFE-F3F9064D9674}" srcOrd="0" destOrd="0" presId="urn:microsoft.com/office/officeart/2005/8/layout/process2"/>
    <dgm:cxn modelId="{DA846708-A111-4F4F-BF0A-0BED003A1884}" type="presOf" srcId="{2758E9C8-827D-4A3F-A364-0E75DB1711AB}" destId="{D891ADC6-E483-4227-8F79-3F250D8E716B}" srcOrd="0" destOrd="0" presId="urn:microsoft.com/office/officeart/2005/8/layout/process2"/>
    <dgm:cxn modelId="{184209ED-53ED-4B67-B9D5-55360E776095}" srcId="{40F95DC0-91E5-4954-8C7B-8335638B5D1F}" destId="{2BF6E295-4992-499C-8848-17E5DD1B4E20}" srcOrd="0" destOrd="0" parTransId="{5DBFD289-511B-440B-BB64-C7352D38421C}" sibTransId="{6D9F6640-3FC9-4945-914E-1DB19BA9FB6E}"/>
    <dgm:cxn modelId="{225A403C-7C9A-47CA-8E57-7EEF878B06AD}" type="presOf" srcId="{5958AB8F-28B5-437E-873F-86F038561A4E}" destId="{26412A0F-61FF-4A76-980F-ADC7C2042A0B}" srcOrd="0" destOrd="0" presId="urn:microsoft.com/office/officeart/2005/8/layout/process2"/>
    <dgm:cxn modelId="{B50A9DCC-3356-4D9C-8067-3E5EA44A41D7}" type="presOf" srcId="{1FBA68C5-CA92-40D3-86A0-A48A98EFEB26}" destId="{111A853C-CEFF-4837-BADE-24CF1E2C3729}" srcOrd="0" destOrd="0" presId="urn:microsoft.com/office/officeart/2005/8/layout/process2"/>
    <dgm:cxn modelId="{401609B7-D14B-47A0-BC1C-32E945AA74F8}" type="presOf" srcId="{3C70F95F-029F-49B0-8B0C-79D395D10CD3}" destId="{50D2BB53-1682-4ABF-AE95-26C724666FD1}" srcOrd="0" destOrd="0" presId="urn:microsoft.com/office/officeart/2005/8/layout/process2"/>
    <dgm:cxn modelId="{11A0C24F-B591-4FC5-8B8B-CE431252707B}" type="presOf" srcId="{792D6546-60D8-452A-B6D5-BD83E78166A7}" destId="{4AB6EAA5-0D09-4161-8D9A-7EC04FA1674E}" srcOrd="0" destOrd="0" presId="urn:microsoft.com/office/officeart/2005/8/layout/process2"/>
    <dgm:cxn modelId="{5999927D-E6E2-4A01-B323-A214A8EAF0DE}" type="presOf" srcId="{4E50E150-56E9-4187-BA8D-9D3EE95C6848}" destId="{EFB17ADE-A653-4572-A12B-C328E4FA8E3D}" srcOrd="0" destOrd="0" presId="urn:microsoft.com/office/officeart/2005/8/layout/process2"/>
    <dgm:cxn modelId="{53BACAEF-AB38-4FBE-8E31-4D33421A8C52}" srcId="{40F95DC0-91E5-4954-8C7B-8335638B5D1F}" destId="{9B070EED-3D56-405A-BBF9-D2B7F7F4BFBE}" srcOrd="6" destOrd="0" parTransId="{9F99E544-C6F5-4120-AD7E-014E10D16126}" sibTransId="{24035A7D-00A0-4228-8A16-C498E09257A2}"/>
    <dgm:cxn modelId="{86EFCC12-11C6-46C1-9BA8-F71838BFA22B}" srcId="{40F95DC0-91E5-4954-8C7B-8335638B5D1F}" destId="{E838446E-E25D-4D0F-9959-B9403C5E2812}" srcOrd="2" destOrd="0" parTransId="{542153C2-EA1B-481C-857F-D09FCE0912FC}" sibTransId="{733DDFFC-9A16-4CD1-9AE5-C9D612AD122F}"/>
    <dgm:cxn modelId="{573C4DE0-651E-433E-AD0C-B53090DB2A92}" type="presOf" srcId="{2BF6E295-4992-499C-8848-17E5DD1B4E20}" destId="{99CBE896-B728-4082-B705-31534B89A164}" srcOrd="0" destOrd="0" presId="urn:microsoft.com/office/officeart/2005/8/layout/process2"/>
    <dgm:cxn modelId="{326BB98E-3F30-4265-A126-C1562944CE84}" type="presOf" srcId="{733DDFFC-9A16-4CD1-9AE5-C9D612AD122F}" destId="{71381362-3ABF-4338-B71A-5407DDE2FB0A}" srcOrd="1" destOrd="0" presId="urn:microsoft.com/office/officeart/2005/8/layout/process2"/>
    <dgm:cxn modelId="{75D00BAC-A0FC-48AE-B849-365799A9FC8A}" srcId="{40F95DC0-91E5-4954-8C7B-8335638B5D1F}" destId="{1FBA68C5-CA92-40D3-86A0-A48A98EFEB26}" srcOrd="1" destOrd="0" parTransId="{53A27072-9AFC-44C8-A87F-ACEFD2C0CC67}" sibTransId="{8ADEF98F-F566-4CB2-91CE-D6706CBB9D62}"/>
    <dgm:cxn modelId="{EDD3525A-C169-449F-B308-CE846EFA9D91}" type="presOf" srcId="{6D9F6640-3FC9-4945-914E-1DB19BA9FB6E}" destId="{08FA3E03-F1E7-4279-8A0B-897B71E0A928}" srcOrd="1" destOrd="0" presId="urn:microsoft.com/office/officeart/2005/8/layout/process2"/>
    <dgm:cxn modelId="{45DCEB22-B9D3-459E-AA46-30EE8E3DEA07}" type="presOf" srcId="{3C70F95F-029F-49B0-8B0C-79D395D10CD3}" destId="{CA298CCA-6CDA-4999-BFBC-8FE4CA96EAC0}" srcOrd="1" destOrd="0" presId="urn:microsoft.com/office/officeart/2005/8/layout/process2"/>
    <dgm:cxn modelId="{F95DEC9E-1BED-4AD9-86EC-76A035626031}" type="presOf" srcId="{792D6546-60D8-452A-B6D5-BD83E78166A7}" destId="{5E6259C7-2BAC-40F9-ABB3-B0FA949C0C2E}" srcOrd="1" destOrd="0" presId="urn:microsoft.com/office/officeart/2005/8/layout/process2"/>
    <dgm:cxn modelId="{15DF67B8-FD75-423F-82AB-00B254287D4B}" srcId="{40F95DC0-91E5-4954-8C7B-8335638B5D1F}" destId="{5958AB8F-28B5-437E-873F-86F038561A4E}" srcOrd="3" destOrd="0" parTransId="{E0B57721-3737-4AD8-8B4A-3AEB4E63E2A5}" sibTransId="{4E50E150-56E9-4187-BA8D-9D3EE95C6848}"/>
    <dgm:cxn modelId="{922ED797-B392-44E6-9EA7-1A9815605DA8}" srcId="{40F95DC0-91E5-4954-8C7B-8335638B5D1F}" destId="{4269BA43-4F7D-4E88-A996-6024F57EA5CA}" srcOrd="5" destOrd="0" parTransId="{953B5769-EB27-4190-BB6C-A13EC9023568}" sibTransId="{3C70F95F-029F-49B0-8B0C-79D395D10CD3}"/>
    <dgm:cxn modelId="{C50764C8-BE9F-41A6-8D08-8C6B3E8500A1}" type="presOf" srcId="{4269BA43-4F7D-4E88-A996-6024F57EA5CA}" destId="{ED630954-78E6-4446-9DE7-A220588C9BF3}" srcOrd="0" destOrd="0" presId="urn:microsoft.com/office/officeart/2005/8/layout/process2"/>
    <dgm:cxn modelId="{0ADF283C-8281-4911-BEBD-FB3504F1BD23}" type="presOf" srcId="{8ADEF98F-F566-4CB2-91CE-D6706CBB9D62}" destId="{7CE19570-EA1C-4F11-ADD1-7F59E0C140CC}" srcOrd="0" destOrd="0" presId="urn:microsoft.com/office/officeart/2005/8/layout/process2"/>
    <dgm:cxn modelId="{D69297A7-86F3-4ADD-9897-4737A93F7AB2}" type="presOf" srcId="{E838446E-E25D-4D0F-9959-B9403C5E2812}" destId="{4BFBA2DF-5D1A-4692-9572-DD1DC778C2AE}" srcOrd="0" destOrd="0" presId="urn:microsoft.com/office/officeart/2005/8/layout/process2"/>
    <dgm:cxn modelId="{7E9F7984-3E63-4AB0-B71B-6CBF2579A961}" type="presOf" srcId="{40F95DC0-91E5-4954-8C7B-8335638B5D1F}" destId="{F0550927-BDCB-4C50-B73C-62AC87FEF9F9}" srcOrd="0" destOrd="0" presId="urn:microsoft.com/office/officeart/2005/8/layout/process2"/>
    <dgm:cxn modelId="{B23F5D63-1B39-4E72-8175-C86E70D36AA3}" srcId="{40F95DC0-91E5-4954-8C7B-8335638B5D1F}" destId="{2758E9C8-827D-4A3F-A364-0E75DB1711AB}" srcOrd="4" destOrd="0" parTransId="{EDF5E13C-8C94-4480-808A-A3FC6C5ECC7A}" sibTransId="{792D6546-60D8-452A-B6D5-BD83E78166A7}"/>
    <dgm:cxn modelId="{B3A77BAD-D9A2-4A67-923D-54ACD69EC5E4}" type="presParOf" srcId="{F0550927-BDCB-4C50-B73C-62AC87FEF9F9}" destId="{99CBE896-B728-4082-B705-31534B89A164}" srcOrd="0" destOrd="0" presId="urn:microsoft.com/office/officeart/2005/8/layout/process2"/>
    <dgm:cxn modelId="{A601563C-1E04-417E-8C68-B78F2FE369A1}" type="presParOf" srcId="{F0550927-BDCB-4C50-B73C-62AC87FEF9F9}" destId="{BDF591A8-1704-4ECC-9CFE-F3F9064D9674}" srcOrd="1" destOrd="0" presId="urn:microsoft.com/office/officeart/2005/8/layout/process2"/>
    <dgm:cxn modelId="{14A76555-4622-4F84-BDDA-9AA5D4539437}" type="presParOf" srcId="{BDF591A8-1704-4ECC-9CFE-F3F9064D9674}" destId="{08FA3E03-F1E7-4279-8A0B-897B71E0A928}" srcOrd="0" destOrd="0" presId="urn:microsoft.com/office/officeart/2005/8/layout/process2"/>
    <dgm:cxn modelId="{BB39A008-22FE-4EEB-B6D2-BB8F48E7D4DD}" type="presParOf" srcId="{F0550927-BDCB-4C50-B73C-62AC87FEF9F9}" destId="{111A853C-CEFF-4837-BADE-24CF1E2C3729}" srcOrd="2" destOrd="0" presId="urn:microsoft.com/office/officeart/2005/8/layout/process2"/>
    <dgm:cxn modelId="{75C938D7-4FF8-4782-BE23-F283EFE7DFA9}" type="presParOf" srcId="{F0550927-BDCB-4C50-B73C-62AC87FEF9F9}" destId="{7CE19570-EA1C-4F11-ADD1-7F59E0C140CC}" srcOrd="3" destOrd="0" presId="urn:microsoft.com/office/officeart/2005/8/layout/process2"/>
    <dgm:cxn modelId="{E5419DCA-6FDC-41CD-B0DA-E7C2962BE7BC}" type="presParOf" srcId="{7CE19570-EA1C-4F11-ADD1-7F59E0C140CC}" destId="{3A6A53D8-B661-444D-8BC6-A6B0C1F34CB7}" srcOrd="0" destOrd="0" presId="urn:microsoft.com/office/officeart/2005/8/layout/process2"/>
    <dgm:cxn modelId="{9A0936F9-9D9B-42EA-995D-35CB52E44D88}" type="presParOf" srcId="{F0550927-BDCB-4C50-B73C-62AC87FEF9F9}" destId="{4BFBA2DF-5D1A-4692-9572-DD1DC778C2AE}" srcOrd="4" destOrd="0" presId="urn:microsoft.com/office/officeart/2005/8/layout/process2"/>
    <dgm:cxn modelId="{96165E64-6214-4CEE-98C5-4608916186D0}" type="presParOf" srcId="{F0550927-BDCB-4C50-B73C-62AC87FEF9F9}" destId="{32DD0A9B-C0B7-4A90-8634-CD4951ED9FF5}" srcOrd="5" destOrd="0" presId="urn:microsoft.com/office/officeart/2005/8/layout/process2"/>
    <dgm:cxn modelId="{C699FDE1-AFB9-4350-AD42-4A101BF989AF}" type="presParOf" srcId="{32DD0A9B-C0B7-4A90-8634-CD4951ED9FF5}" destId="{71381362-3ABF-4338-B71A-5407DDE2FB0A}" srcOrd="0" destOrd="0" presId="urn:microsoft.com/office/officeart/2005/8/layout/process2"/>
    <dgm:cxn modelId="{9791DB38-A581-4A06-BEDD-2D149169EB91}" type="presParOf" srcId="{F0550927-BDCB-4C50-B73C-62AC87FEF9F9}" destId="{26412A0F-61FF-4A76-980F-ADC7C2042A0B}" srcOrd="6" destOrd="0" presId="urn:microsoft.com/office/officeart/2005/8/layout/process2"/>
    <dgm:cxn modelId="{AB98409C-4C04-4D01-954D-500D3314E45B}" type="presParOf" srcId="{F0550927-BDCB-4C50-B73C-62AC87FEF9F9}" destId="{EFB17ADE-A653-4572-A12B-C328E4FA8E3D}" srcOrd="7" destOrd="0" presId="urn:microsoft.com/office/officeart/2005/8/layout/process2"/>
    <dgm:cxn modelId="{46BEB338-07BD-4872-AF16-4F7C076A7082}" type="presParOf" srcId="{EFB17ADE-A653-4572-A12B-C328E4FA8E3D}" destId="{3ED03110-43B2-481B-9446-5ECD5DD1F2AE}" srcOrd="0" destOrd="0" presId="urn:microsoft.com/office/officeart/2005/8/layout/process2"/>
    <dgm:cxn modelId="{5F540577-3F89-4045-B1C5-59A91866B96C}" type="presParOf" srcId="{F0550927-BDCB-4C50-B73C-62AC87FEF9F9}" destId="{D891ADC6-E483-4227-8F79-3F250D8E716B}" srcOrd="8" destOrd="0" presId="urn:microsoft.com/office/officeart/2005/8/layout/process2"/>
    <dgm:cxn modelId="{A87840E2-F49D-40E1-B5E7-D09585DC95E9}" type="presParOf" srcId="{F0550927-BDCB-4C50-B73C-62AC87FEF9F9}" destId="{4AB6EAA5-0D09-4161-8D9A-7EC04FA1674E}" srcOrd="9" destOrd="0" presId="urn:microsoft.com/office/officeart/2005/8/layout/process2"/>
    <dgm:cxn modelId="{C2B5FD9C-76F7-4C4D-80B1-0C769D234076}" type="presParOf" srcId="{4AB6EAA5-0D09-4161-8D9A-7EC04FA1674E}" destId="{5E6259C7-2BAC-40F9-ABB3-B0FA949C0C2E}" srcOrd="0" destOrd="0" presId="urn:microsoft.com/office/officeart/2005/8/layout/process2"/>
    <dgm:cxn modelId="{964AFAE2-67FB-4E73-891B-1124D7050BB9}" type="presParOf" srcId="{F0550927-BDCB-4C50-B73C-62AC87FEF9F9}" destId="{ED630954-78E6-4446-9DE7-A220588C9BF3}" srcOrd="10" destOrd="0" presId="urn:microsoft.com/office/officeart/2005/8/layout/process2"/>
    <dgm:cxn modelId="{71C880C4-F9CB-4436-9CBC-0DC2D22D7E7B}" type="presParOf" srcId="{F0550927-BDCB-4C50-B73C-62AC87FEF9F9}" destId="{50D2BB53-1682-4ABF-AE95-26C724666FD1}" srcOrd="11" destOrd="0" presId="urn:microsoft.com/office/officeart/2005/8/layout/process2"/>
    <dgm:cxn modelId="{797CDF7F-C49F-4E34-B084-33D10FF416D4}" type="presParOf" srcId="{50D2BB53-1682-4ABF-AE95-26C724666FD1}" destId="{CA298CCA-6CDA-4999-BFBC-8FE4CA96EAC0}" srcOrd="0" destOrd="0" presId="urn:microsoft.com/office/officeart/2005/8/layout/process2"/>
    <dgm:cxn modelId="{F3693F27-CD1B-4B80-8465-F3628ADAC6E0}" type="presParOf" srcId="{F0550927-BDCB-4C50-B73C-62AC87FEF9F9}" destId="{D01CCC73-DB11-4641-996D-464799A53EA1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AD8C9-9A35-4760-8497-3FBBFDCB446D}">
      <dsp:nvSpPr>
        <dsp:cNvPr id="0" name=""/>
        <dsp:cNvSpPr/>
      </dsp:nvSpPr>
      <dsp:spPr>
        <a:xfrm>
          <a:off x="3260114" y="2239"/>
          <a:ext cx="4662011" cy="1212726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id-ID" sz="1400" kern="1200" dirty="0"/>
            <a:t>  1.1 </a:t>
          </a:r>
          <a:r>
            <a:rPr lang="en-US" sz="1400" kern="1200" dirty="0">
              <a:hlinkClick xmlns:r="http://schemas.openxmlformats.org/officeDocument/2006/relationships" r:id="" action="ppaction://hlinksldjump"/>
            </a:rPr>
            <a:t>Definisi</a:t>
          </a:r>
          <a:r>
            <a:rPr lang="en-US" sz="1400" kern="1200" dirty="0"/>
            <a:t> </a:t>
          </a:r>
          <a:r>
            <a:rPr lang="en-US" sz="1400" kern="1200" dirty="0" err="1"/>
            <a:t>Penelitian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id-ID" sz="1400" kern="1200" dirty="0"/>
            <a:t>  1.2 </a:t>
          </a:r>
          <a:r>
            <a:rPr lang="en-US" sz="1400" kern="1200" dirty="0">
              <a:hlinkClick xmlns:r="http://schemas.openxmlformats.org/officeDocument/2006/relationships" r:id="" action="ppaction://hlinksldjump"/>
            </a:rPr>
            <a:t>Klasifikasi</a:t>
          </a:r>
          <a:r>
            <a:rPr lang="en-US" sz="1400" kern="1200" dirty="0"/>
            <a:t> </a:t>
          </a:r>
          <a:r>
            <a:rPr lang="en-US" sz="1400" kern="1200" dirty="0" err="1"/>
            <a:t>Penelitian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id-ID" sz="1400" kern="1200" dirty="0"/>
            <a:t>  1.3 </a:t>
          </a:r>
          <a:r>
            <a:rPr lang="en-US" sz="1400" kern="1200" dirty="0">
              <a:hlinkClick xmlns:r="http://schemas.openxmlformats.org/officeDocument/2006/relationships" r:id="" action="ppaction://hlinksldjump"/>
            </a:rPr>
            <a:t>Gaya</a:t>
          </a:r>
          <a:r>
            <a:rPr lang="en-US" sz="1400" kern="1200" dirty="0"/>
            <a:t> </a:t>
          </a:r>
          <a:r>
            <a:rPr lang="en-US" sz="1400" kern="1200" dirty="0" err="1"/>
            <a:t>Penelitian</a:t>
          </a:r>
          <a:r>
            <a:rPr lang="en-US" sz="1400" kern="1200" dirty="0"/>
            <a:t> Computing</a:t>
          </a:r>
          <a:endParaRPr lang="id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US" sz="1400" kern="1200" dirty="0"/>
            <a:t>  1.4 </a:t>
          </a:r>
          <a:r>
            <a:rPr lang="en-US" sz="1400" kern="1200" dirty="0">
              <a:hlinkClick xmlns:r="http://schemas.openxmlformats.org/officeDocument/2006/relationships" r:id="" action="ppaction://hlinksldjump"/>
            </a:rPr>
            <a:t>Kontribusi</a:t>
          </a:r>
          <a:r>
            <a:rPr lang="en-US" sz="1400" kern="1200" dirty="0"/>
            <a:t> dan </a:t>
          </a:r>
          <a:r>
            <a:rPr lang="en-US" sz="1400" kern="1200" dirty="0" err="1"/>
            <a:t>Orisinalitas</a:t>
          </a:r>
          <a:endParaRPr lang="id-ID" sz="1400" kern="1200" dirty="0"/>
        </a:p>
      </dsp:txBody>
      <dsp:txXfrm>
        <a:off x="3260114" y="153830"/>
        <a:ext cx="4207239" cy="909544"/>
      </dsp:txXfrm>
    </dsp:sp>
    <dsp:sp modelId="{666E94A9-7497-4713-A0C8-9488B8ED8407}">
      <dsp:nvSpPr>
        <dsp:cNvPr id="0" name=""/>
        <dsp:cNvSpPr/>
      </dsp:nvSpPr>
      <dsp:spPr>
        <a:xfrm>
          <a:off x="0" y="0"/>
          <a:ext cx="3257440" cy="121272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id-ID" sz="2400" kern="1200" dirty="0"/>
            <a:t>1. </a:t>
          </a:r>
          <a:r>
            <a:rPr lang="id-ID" sz="2400" u="none" kern="1200" dirty="0">
              <a:hlinkClick xmlns:r="http://schemas.openxmlformats.org/officeDocument/2006/relationships" r:id="" action="ppaction://hlinksldjump"/>
            </a:rPr>
            <a:t>Pengantar</a:t>
          </a:r>
          <a:r>
            <a:rPr lang="id-ID" sz="2400" u="none" kern="1200" dirty="0"/>
            <a:t> </a:t>
          </a:r>
          <a:r>
            <a:rPr lang="en-US" sz="2400" u="none" kern="1200" dirty="0" err="1"/>
            <a:t>Penelitian</a:t>
          </a:r>
          <a:endParaRPr lang="en-US" sz="2400" u="none" kern="1200" dirty="0"/>
        </a:p>
      </dsp:txBody>
      <dsp:txXfrm>
        <a:off x="59200" y="59200"/>
        <a:ext cx="3139040" cy="1094326"/>
      </dsp:txXfrm>
    </dsp:sp>
    <dsp:sp modelId="{F91DF6CE-794F-4A9F-8751-7D4B97D9FA92}">
      <dsp:nvSpPr>
        <dsp:cNvPr id="0" name=""/>
        <dsp:cNvSpPr/>
      </dsp:nvSpPr>
      <dsp:spPr>
        <a:xfrm>
          <a:off x="3260114" y="1336238"/>
          <a:ext cx="4662011" cy="1212726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2.1 </a:t>
          </a:r>
          <a:r>
            <a:rPr lang="en-ID" sz="1400" kern="1200" dirty="0" err="1"/>
            <a:t>Tahapan</a:t>
          </a:r>
          <a:r>
            <a:rPr lang="en-ID" sz="1400" kern="1200" dirty="0"/>
            <a:t> </a:t>
          </a:r>
          <a:r>
            <a:rPr lang="en-ID" sz="1400" kern="1200" dirty="0" err="1"/>
            <a:t>Penelitian</a:t>
          </a:r>
          <a:r>
            <a:rPr lang="en-ID" sz="1400" kern="1200" dirty="0"/>
            <a:t>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Umum</a:t>
          </a:r>
          <a:endParaRPr lang="id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2.2 Tahapan Penelitian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Computing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2.3 Tahapan </a:t>
          </a:r>
          <a:r>
            <a:rPr lang="en-ID" sz="1400" kern="1200" dirty="0" err="1"/>
            <a:t>Penelitian</a:t>
          </a:r>
          <a:r>
            <a:rPr lang="en-ID" sz="1400" kern="1200" dirty="0"/>
            <a:t> Computing</a:t>
          </a:r>
          <a:br>
            <a:rPr lang="en-ID" sz="1400" kern="1200" dirty="0"/>
          </a:br>
          <a:r>
            <a:rPr lang="en-ID" sz="1400" kern="1200" dirty="0"/>
            <a:t>      </a:t>
          </a:r>
          <a:r>
            <a:rPr lang="en-ID" sz="1400" kern="1200" dirty="0" err="1"/>
            <a:t>Fokus</a:t>
          </a:r>
          <a:r>
            <a:rPr lang="en-ID" sz="1400" kern="1200" dirty="0"/>
            <a:t>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Perbaikan </a:t>
          </a:r>
          <a:r>
            <a:rPr lang="en-ID" sz="1400" kern="1200" dirty="0" err="1">
              <a:hlinkClick xmlns:r="http://schemas.openxmlformats.org/officeDocument/2006/relationships" r:id="" action="ppaction://hlinksldjump"/>
            </a:rPr>
            <a:t>Algoritma</a:t>
          </a:r>
          <a:endParaRPr lang="en-ID" sz="1400" kern="1200" dirty="0"/>
        </a:p>
      </dsp:txBody>
      <dsp:txXfrm>
        <a:off x="3260114" y="1487829"/>
        <a:ext cx="4207239" cy="909544"/>
      </dsp:txXfrm>
    </dsp:sp>
    <dsp:sp modelId="{FA5D5B51-90B1-447A-A665-2C1539C0F53F}">
      <dsp:nvSpPr>
        <dsp:cNvPr id="0" name=""/>
        <dsp:cNvSpPr/>
      </dsp:nvSpPr>
      <dsp:spPr>
        <a:xfrm>
          <a:off x="2674" y="1336238"/>
          <a:ext cx="3257440" cy="121272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400" kern="1200" dirty="0"/>
            <a:t>2. </a:t>
          </a:r>
          <a:r>
            <a:rPr lang="en-US" sz="2400" kern="1200" dirty="0">
              <a:hlinkClick xmlns:r="http://schemas.openxmlformats.org/officeDocument/2006/relationships" r:id="" action="ppaction://hlinksldjump"/>
            </a:rPr>
            <a:t>Tahapan</a:t>
          </a:r>
          <a:r>
            <a:rPr lang="en-US" sz="2400" kern="1200" dirty="0"/>
            <a:t> </a:t>
          </a:r>
          <a:r>
            <a:rPr lang="en-US" sz="2400" kern="1200" dirty="0" err="1"/>
            <a:t>Penelitian</a:t>
          </a:r>
          <a:endParaRPr lang="id-ID" sz="2400" kern="1200" dirty="0"/>
        </a:p>
      </dsp:txBody>
      <dsp:txXfrm>
        <a:off x="61874" y="1395438"/>
        <a:ext cx="3139040" cy="1094326"/>
      </dsp:txXfrm>
    </dsp:sp>
    <dsp:sp modelId="{E5AEE29A-FBB5-4C88-9D61-EB0BDB656804}">
      <dsp:nvSpPr>
        <dsp:cNvPr id="0" name=""/>
        <dsp:cNvSpPr/>
      </dsp:nvSpPr>
      <dsp:spPr>
        <a:xfrm>
          <a:off x="3260114" y="2670237"/>
          <a:ext cx="4662011" cy="1212726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3.1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Literatur</a:t>
          </a:r>
          <a:r>
            <a:rPr lang="en-ID" sz="1400" kern="1200" dirty="0"/>
            <a:t> </a:t>
          </a:r>
          <a:r>
            <a:rPr lang="en-ID" sz="1400" kern="1200" dirty="0" err="1"/>
            <a:t>Ilmiah</a:t>
          </a:r>
          <a:endParaRPr lang="id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3.2 Teknik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Mengelola</a:t>
          </a:r>
          <a:r>
            <a:rPr lang="en-ID" sz="1400" kern="1200" dirty="0"/>
            <a:t> Paper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3.3 Teknik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Mereview</a:t>
          </a:r>
          <a:r>
            <a:rPr lang="en-ID" sz="1400" kern="1200" dirty="0"/>
            <a:t> Paper</a:t>
          </a:r>
        </a:p>
      </dsp:txBody>
      <dsp:txXfrm>
        <a:off x="3260114" y="2821828"/>
        <a:ext cx="4207239" cy="909544"/>
      </dsp:txXfrm>
    </dsp:sp>
    <dsp:sp modelId="{9F420F5A-4D48-47C1-A068-ED95FB0A6E90}">
      <dsp:nvSpPr>
        <dsp:cNvPr id="0" name=""/>
        <dsp:cNvSpPr/>
      </dsp:nvSpPr>
      <dsp:spPr>
        <a:xfrm>
          <a:off x="2674" y="2670237"/>
          <a:ext cx="3257440" cy="121272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400" kern="1200" dirty="0"/>
            <a:t>3. </a:t>
          </a:r>
          <a:r>
            <a:rPr lang="en-US" sz="2400" kern="1200" dirty="0">
              <a:hlinkClick xmlns:r="http://schemas.openxmlformats.org/officeDocument/2006/relationships" r:id="" action="ppaction://hlinksldjump"/>
            </a:rPr>
            <a:t>Literature</a:t>
          </a:r>
          <a:r>
            <a:rPr lang="en-US" sz="2400" kern="1200" dirty="0"/>
            <a:t> Review</a:t>
          </a:r>
          <a:endParaRPr lang="id-ID" sz="2400" kern="1200" dirty="0"/>
        </a:p>
      </dsp:txBody>
      <dsp:txXfrm>
        <a:off x="61874" y="2729437"/>
        <a:ext cx="3139040" cy="1094326"/>
      </dsp:txXfrm>
    </dsp:sp>
    <dsp:sp modelId="{ECB98FF5-C100-4167-A6ED-87F0F931E5B4}">
      <dsp:nvSpPr>
        <dsp:cNvPr id="0" name=""/>
        <dsp:cNvSpPr/>
      </dsp:nvSpPr>
      <dsp:spPr>
        <a:xfrm>
          <a:off x="3260114" y="4004236"/>
          <a:ext cx="4662011" cy="1212726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fi-FI" sz="1400" kern="1200" dirty="0"/>
            <a:t>  4.1 </a:t>
          </a:r>
          <a:r>
            <a:rPr lang="fi-FI" sz="1400" kern="1200" dirty="0">
              <a:hlinkClick xmlns:r="http://schemas.openxmlformats.org/officeDocument/2006/relationships" r:id="" action="ppaction://hlinksldjump"/>
            </a:rPr>
            <a:t>Mengapa</a:t>
          </a:r>
          <a:r>
            <a:rPr lang="fi-FI" sz="1400" kern="1200" dirty="0"/>
            <a:t> Penulisan dan Publikasi Ilmiah?</a:t>
          </a:r>
          <a:endParaRPr lang="id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it-IT" sz="1400" kern="1200" dirty="0"/>
            <a:t>  4.2 </a:t>
          </a:r>
          <a:r>
            <a:rPr lang="it-IT" sz="1400" kern="1200" dirty="0">
              <a:hlinkClick xmlns:r="http://schemas.openxmlformats.org/officeDocument/2006/relationships" r:id="" action="ppaction://hlinksldjump"/>
            </a:rPr>
            <a:t>Sitasi</a:t>
          </a:r>
          <a:r>
            <a:rPr lang="it-IT" sz="1400" kern="1200" dirty="0"/>
            <a:t> dan Penulisan Referensi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sv-SE" sz="1400" kern="1200" dirty="0"/>
            <a:t>  4.3 Penulisan </a:t>
          </a:r>
          <a:r>
            <a:rPr lang="sv-SE" sz="1400" kern="1200" dirty="0">
              <a:hlinkClick xmlns:r="http://schemas.openxmlformats.org/officeDocument/2006/relationships" r:id="" action="ppaction://hlinksldjump"/>
            </a:rPr>
            <a:t>Tesis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4.4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Publikasi </a:t>
          </a:r>
          <a:r>
            <a:rPr lang="en-ID" sz="1400" kern="1200" dirty="0" err="1">
              <a:hlinkClick xmlns:r="http://schemas.openxmlformats.org/officeDocument/2006/relationships" r:id="" action="ppaction://hlinksldjump"/>
            </a:rPr>
            <a:t>Ilmiah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 </a:t>
          </a:r>
          <a:r>
            <a:rPr lang="en-ID" sz="1400" kern="1200" dirty="0" err="1"/>
            <a:t>untuk</a:t>
          </a:r>
          <a:r>
            <a:rPr lang="en-ID" sz="1400" kern="1200" dirty="0"/>
            <a:t> </a:t>
          </a:r>
          <a:r>
            <a:rPr lang="en-ID" sz="1400" kern="1200" dirty="0" err="1"/>
            <a:t>Jurnal</a:t>
          </a:r>
          <a:r>
            <a:rPr lang="en-ID" sz="1400" kern="1200" dirty="0"/>
            <a:t> </a:t>
          </a:r>
          <a:r>
            <a:rPr lang="en-ID" sz="1400" kern="1200" dirty="0" err="1"/>
            <a:t>Internasional</a:t>
          </a:r>
          <a:endParaRPr lang="en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4.5 Penulisan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Systematic Literature Review </a:t>
          </a:r>
          <a:r>
            <a:rPr lang="en-ID" sz="1400" kern="1200" dirty="0"/>
            <a:t>(SLR)</a:t>
          </a:r>
        </a:p>
      </dsp:txBody>
      <dsp:txXfrm>
        <a:off x="3260114" y="4155827"/>
        <a:ext cx="4207239" cy="909544"/>
      </dsp:txXfrm>
    </dsp:sp>
    <dsp:sp modelId="{BFDDA7AB-7BED-4AE4-B749-B6ED5BA813A6}">
      <dsp:nvSpPr>
        <dsp:cNvPr id="0" name=""/>
        <dsp:cNvSpPr/>
      </dsp:nvSpPr>
      <dsp:spPr>
        <a:xfrm>
          <a:off x="2674" y="4004236"/>
          <a:ext cx="3257440" cy="121272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400" kern="1200" dirty="0"/>
            <a:t>4. </a:t>
          </a:r>
          <a:r>
            <a:rPr lang="en-US" sz="2400" kern="1200" dirty="0">
              <a:hlinkClick xmlns:r="http://schemas.openxmlformats.org/officeDocument/2006/relationships" r:id="" action="ppaction://hlinksldjump"/>
            </a:rPr>
            <a:t>Penulisan</a:t>
          </a:r>
          <a:r>
            <a:rPr lang="en-US" sz="2400" kern="1200" dirty="0"/>
            <a:t> </a:t>
          </a:r>
          <a:r>
            <a:rPr lang="en-US" sz="2400" kern="1200" dirty="0" err="1"/>
            <a:t>Ilmiah</a:t>
          </a:r>
          <a:endParaRPr lang="id-ID" sz="2400" kern="1200" dirty="0"/>
        </a:p>
      </dsp:txBody>
      <dsp:txXfrm>
        <a:off x="61874" y="4063436"/>
        <a:ext cx="3139040" cy="1094326"/>
      </dsp:txXfrm>
    </dsp:sp>
    <dsp:sp modelId="{51484F68-748F-41D4-83FC-C9DC8DFFAB06}">
      <dsp:nvSpPr>
        <dsp:cNvPr id="0" name=""/>
        <dsp:cNvSpPr/>
      </dsp:nvSpPr>
      <dsp:spPr>
        <a:xfrm>
          <a:off x="3260114" y="5338234"/>
          <a:ext cx="4662011" cy="1212726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5.1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Pembimbingan</a:t>
          </a:r>
          <a:r>
            <a:rPr lang="en-ID" sz="1400" kern="1200" dirty="0"/>
            <a:t> </a:t>
          </a:r>
          <a:r>
            <a:rPr lang="en-ID" sz="1400" kern="1200" dirty="0" err="1"/>
            <a:t>Penelitian</a:t>
          </a:r>
          <a:endParaRPr lang="id-ID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Char char="••"/>
          </a:pPr>
          <a:r>
            <a:rPr lang="en-ID" sz="1400" kern="1200" dirty="0"/>
            <a:t>  5.2 </a:t>
          </a:r>
          <a:r>
            <a:rPr lang="en-ID" sz="1400" kern="1200" dirty="0">
              <a:hlinkClick xmlns:r="http://schemas.openxmlformats.org/officeDocument/2006/relationships" r:id="" action="ppaction://hlinksldjump"/>
            </a:rPr>
            <a:t>Presentasi</a:t>
          </a:r>
          <a:r>
            <a:rPr lang="en-ID" sz="1400" kern="1200" dirty="0"/>
            <a:t> </a:t>
          </a:r>
          <a:r>
            <a:rPr lang="en-ID" sz="1400" kern="1200" dirty="0" err="1"/>
            <a:t>Penelitian</a:t>
          </a:r>
          <a:endParaRPr lang="en-ID" sz="1400" kern="1200" dirty="0"/>
        </a:p>
      </dsp:txBody>
      <dsp:txXfrm>
        <a:off x="3260114" y="5489825"/>
        <a:ext cx="4207239" cy="909544"/>
      </dsp:txXfrm>
    </dsp:sp>
    <dsp:sp modelId="{24D474D5-E24C-4836-B85F-5315FBEDAE2A}">
      <dsp:nvSpPr>
        <dsp:cNvPr id="0" name=""/>
        <dsp:cNvSpPr/>
      </dsp:nvSpPr>
      <dsp:spPr>
        <a:xfrm>
          <a:off x="2674" y="5338234"/>
          <a:ext cx="3257440" cy="1212726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400" kern="1200" dirty="0"/>
            <a:t>5. </a:t>
          </a:r>
          <a:r>
            <a:rPr lang="en-US" sz="2400" kern="1200" dirty="0">
              <a:hlinkClick xmlns:r="http://schemas.openxmlformats.org/officeDocument/2006/relationships" r:id="" action="ppaction://hlinksldjump"/>
            </a:rPr>
            <a:t>Pembimbingan</a:t>
          </a:r>
          <a:r>
            <a:rPr lang="en-US" sz="2400" kern="1200" dirty="0"/>
            <a:t> dan </a:t>
          </a:r>
          <a:br>
            <a:rPr lang="en-US" sz="2400" kern="1200" dirty="0"/>
          </a:br>
          <a:r>
            <a:rPr lang="en-US" sz="2400" kern="1200" dirty="0"/>
            <a:t>    </a:t>
          </a:r>
          <a:r>
            <a:rPr lang="en-US" sz="2400" kern="1200" dirty="0" err="1"/>
            <a:t>Presentasi</a:t>
          </a:r>
          <a:r>
            <a:rPr lang="en-US" sz="2400" kern="1200" dirty="0"/>
            <a:t> </a:t>
          </a:r>
          <a:r>
            <a:rPr lang="en-US" sz="2400" kern="1200" dirty="0" err="1"/>
            <a:t>Penelitian</a:t>
          </a:r>
          <a:endParaRPr lang="id-ID" sz="2400" kern="1200" dirty="0"/>
        </a:p>
      </dsp:txBody>
      <dsp:txXfrm>
        <a:off x="61874" y="5397434"/>
        <a:ext cx="3139040" cy="1094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BE896-B728-4082-B705-31534B89A164}">
      <dsp:nvSpPr>
        <dsp:cNvPr id="0" name=""/>
        <dsp:cNvSpPr/>
      </dsp:nvSpPr>
      <dsp:spPr>
        <a:xfrm>
          <a:off x="0" y="2009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000" kern="1200" dirty="0"/>
            <a:t>1. </a:t>
          </a:r>
          <a:r>
            <a:rPr lang="en-US" sz="2000" kern="1200" dirty="0"/>
            <a:t>Penentuan </a:t>
          </a:r>
          <a:r>
            <a:rPr lang="en-US" sz="2000" kern="1200" dirty="0" err="1"/>
            <a:t>Bidang</a:t>
          </a:r>
          <a:r>
            <a:rPr lang="en-US" sz="2000" kern="1200" dirty="0"/>
            <a:t> </a:t>
          </a:r>
          <a:r>
            <a:rPr lang="en-US" sz="2000" kern="1200" dirty="0" err="1"/>
            <a:t>Penelitian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Research Field</a:t>
          </a:r>
          <a:r>
            <a:rPr lang="en-US" sz="2000" kern="1200" dirty="0"/>
            <a:t>)</a:t>
          </a:r>
        </a:p>
      </dsp:txBody>
      <dsp:txXfrm>
        <a:off x="12037" y="14046"/>
        <a:ext cx="7500676" cy="386903"/>
      </dsp:txXfrm>
    </dsp:sp>
    <dsp:sp modelId="{BDF591A8-1704-4ECC-9CFE-F3F9064D9674}">
      <dsp:nvSpPr>
        <dsp:cNvPr id="0" name=""/>
        <dsp:cNvSpPr/>
      </dsp:nvSpPr>
      <dsp:spPr>
        <a:xfrm rot="5400000">
          <a:off x="3684657" y="424140"/>
          <a:ext cx="155434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438892"/>
        <a:ext cx="110963" cy="108804"/>
      </dsp:txXfrm>
    </dsp:sp>
    <dsp:sp modelId="{111A853C-CEFF-4837-BADE-24CF1E2C3729}">
      <dsp:nvSpPr>
        <dsp:cNvPr id="0" name=""/>
        <dsp:cNvSpPr/>
      </dsp:nvSpPr>
      <dsp:spPr>
        <a:xfrm>
          <a:off x="0" y="620233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000" kern="1200" dirty="0"/>
            <a:t>2. </a:t>
          </a:r>
          <a:r>
            <a:rPr lang="en-US" sz="2000" kern="1200" dirty="0"/>
            <a:t>Penentuan </a:t>
          </a:r>
          <a:r>
            <a:rPr lang="en-US" sz="2000" kern="1200" dirty="0" err="1"/>
            <a:t>Topik</a:t>
          </a:r>
          <a:r>
            <a:rPr lang="en-US" sz="2000" kern="1200" dirty="0"/>
            <a:t> </a:t>
          </a:r>
          <a:r>
            <a:rPr lang="en-US" sz="2000" kern="1200" dirty="0" err="1"/>
            <a:t>Penelitian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Research Topic</a:t>
          </a:r>
          <a:r>
            <a:rPr lang="en-US" sz="2000" kern="1200" dirty="0"/>
            <a:t>)</a:t>
          </a:r>
        </a:p>
      </dsp:txBody>
      <dsp:txXfrm>
        <a:off x="12037" y="632270"/>
        <a:ext cx="7500676" cy="386903"/>
      </dsp:txXfrm>
    </dsp:sp>
    <dsp:sp modelId="{7CE19570-EA1C-4F11-ADD1-7F59E0C140CC}">
      <dsp:nvSpPr>
        <dsp:cNvPr id="0" name=""/>
        <dsp:cNvSpPr/>
      </dsp:nvSpPr>
      <dsp:spPr>
        <a:xfrm rot="5400000">
          <a:off x="3685316" y="1041485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1056897"/>
        <a:ext cx="110963" cy="107881"/>
      </dsp:txXfrm>
    </dsp:sp>
    <dsp:sp modelId="{4BFBA2DF-5D1A-4692-9572-DD1DC778C2AE}">
      <dsp:nvSpPr>
        <dsp:cNvPr id="0" name=""/>
        <dsp:cNvSpPr/>
      </dsp:nvSpPr>
      <dsp:spPr>
        <a:xfrm>
          <a:off x="0" y="1236699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3. Penentuan </a:t>
          </a:r>
          <a:r>
            <a:rPr lang="en-US" sz="2000" kern="1200" dirty="0" err="1"/>
            <a:t>Masalah</a:t>
          </a:r>
          <a:r>
            <a:rPr lang="en-US" sz="2000" kern="1200" dirty="0"/>
            <a:t> </a:t>
          </a:r>
          <a:r>
            <a:rPr lang="en-US" sz="2000" kern="1200" dirty="0" err="1"/>
            <a:t>Penelitian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Research Problem</a:t>
          </a:r>
          <a:r>
            <a:rPr lang="en-US" sz="2000" kern="1200" dirty="0"/>
            <a:t>)</a:t>
          </a:r>
        </a:p>
      </dsp:txBody>
      <dsp:txXfrm>
        <a:off x="12037" y="1248736"/>
        <a:ext cx="7500676" cy="386903"/>
      </dsp:txXfrm>
    </dsp:sp>
    <dsp:sp modelId="{32DD0A9B-C0B7-4A90-8634-CD4951ED9FF5}">
      <dsp:nvSpPr>
        <dsp:cNvPr id="0" name=""/>
        <dsp:cNvSpPr/>
      </dsp:nvSpPr>
      <dsp:spPr>
        <a:xfrm rot="5400000">
          <a:off x="3685316" y="1657951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1673363"/>
        <a:ext cx="110963" cy="107881"/>
      </dsp:txXfrm>
    </dsp:sp>
    <dsp:sp modelId="{26412A0F-61FF-4A76-980F-ADC7C2042A0B}">
      <dsp:nvSpPr>
        <dsp:cNvPr id="0" name=""/>
        <dsp:cNvSpPr/>
      </dsp:nvSpPr>
      <dsp:spPr>
        <a:xfrm>
          <a:off x="0" y="1853166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4</a:t>
          </a:r>
          <a:r>
            <a:rPr lang="id-ID" sz="2000" kern="1200" dirty="0"/>
            <a:t>. </a:t>
          </a:r>
          <a:r>
            <a:rPr lang="en-US" sz="2000" kern="1200" dirty="0" err="1"/>
            <a:t>Perangkuman</a:t>
          </a:r>
          <a:r>
            <a:rPr lang="en-US" sz="2000" kern="1200" dirty="0"/>
            <a:t> </a:t>
          </a:r>
          <a:r>
            <a:rPr lang="en-US" sz="2000" kern="1200" dirty="0" err="1"/>
            <a:t>Metode-Metode</a:t>
          </a:r>
          <a:r>
            <a:rPr lang="en-US" sz="2000" kern="1200" dirty="0"/>
            <a:t> Yang Ada (</a:t>
          </a:r>
          <a:r>
            <a:rPr lang="en-US" sz="2000" b="1" i="1" kern="1200" dirty="0">
              <a:solidFill>
                <a:srgbClr val="C00000"/>
              </a:solidFill>
            </a:rPr>
            <a:t>State-of-the-Art Methods</a:t>
          </a:r>
          <a:r>
            <a:rPr lang="en-US" sz="2000" kern="1200" dirty="0"/>
            <a:t>)</a:t>
          </a:r>
        </a:p>
      </dsp:txBody>
      <dsp:txXfrm>
        <a:off x="12037" y="1865203"/>
        <a:ext cx="7500676" cy="386903"/>
      </dsp:txXfrm>
    </dsp:sp>
    <dsp:sp modelId="{EFB17ADE-A653-4572-A12B-C328E4FA8E3D}">
      <dsp:nvSpPr>
        <dsp:cNvPr id="0" name=""/>
        <dsp:cNvSpPr/>
      </dsp:nvSpPr>
      <dsp:spPr>
        <a:xfrm rot="5400000">
          <a:off x="3685316" y="2274418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2289830"/>
        <a:ext cx="110963" cy="107881"/>
      </dsp:txXfrm>
    </dsp:sp>
    <dsp:sp modelId="{D891ADC6-E483-4227-8F79-3F250D8E716B}">
      <dsp:nvSpPr>
        <dsp:cNvPr id="0" name=""/>
        <dsp:cNvSpPr/>
      </dsp:nvSpPr>
      <dsp:spPr>
        <a:xfrm>
          <a:off x="0" y="2469632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5. Penentuan </a:t>
          </a:r>
          <a:r>
            <a:rPr lang="en-US" sz="2000" kern="1200" dirty="0" err="1"/>
            <a:t>Metode</a:t>
          </a:r>
          <a:r>
            <a:rPr lang="en-US" sz="2000" kern="1200" dirty="0"/>
            <a:t> Yang </a:t>
          </a:r>
          <a:r>
            <a:rPr lang="en-US" sz="2000" kern="1200" dirty="0" err="1"/>
            <a:t>Diusulkan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Proposed Method</a:t>
          </a:r>
          <a:r>
            <a:rPr lang="en-US" sz="2000" kern="1200" dirty="0"/>
            <a:t>)</a:t>
          </a:r>
        </a:p>
      </dsp:txBody>
      <dsp:txXfrm>
        <a:off x="12037" y="2481669"/>
        <a:ext cx="7500676" cy="386903"/>
      </dsp:txXfrm>
    </dsp:sp>
    <dsp:sp modelId="{4AB6EAA5-0D09-4161-8D9A-7EC04FA1674E}">
      <dsp:nvSpPr>
        <dsp:cNvPr id="0" name=""/>
        <dsp:cNvSpPr/>
      </dsp:nvSpPr>
      <dsp:spPr>
        <a:xfrm rot="5400000">
          <a:off x="3685787" y="2890257"/>
          <a:ext cx="153174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2906139"/>
        <a:ext cx="110963" cy="107222"/>
      </dsp:txXfrm>
    </dsp:sp>
    <dsp:sp modelId="{ED630954-78E6-4446-9DE7-A220588C9BF3}">
      <dsp:nvSpPr>
        <dsp:cNvPr id="0" name=""/>
        <dsp:cNvSpPr/>
      </dsp:nvSpPr>
      <dsp:spPr>
        <a:xfrm>
          <a:off x="0" y="3084843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6. </a:t>
          </a:r>
          <a:r>
            <a:rPr lang="en-US" sz="2000" kern="1200" dirty="0" err="1"/>
            <a:t>Evaluasi</a:t>
          </a:r>
          <a:r>
            <a:rPr lang="en-US" sz="2000" kern="1200" dirty="0"/>
            <a:t> </a:t>
          </a:r>
          <a:r>
            <a:rPr lang="en-US" sz="2000" kern="1200" dirty="0" err="1"/>
            <a:t>Metode</a:t>
          </a:r>
          <a:r>
            <a:rPr lang="en-US" sz="2000" kern="1200" dirty="0"/>
            <a:t> Yang </a:t>
          </a:r>
          <a:r>
            <a:rPr lang="en-US" sz="2000" kern="1200" dirty="0" err="1"/>
            <a:t>Diusulkan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Evaluation</a:t>
          </a:r>
          <a:r>
            <a:rPr lang="en-US" sz="2000" kern="1200" dirty="0"/>
            <a:t>)</a:t>
          </a:r>
        </a:p>
      </dsp:txBody>
      <dsp:txXfrm>
        <a:off x="12037" y="3096880"/>
        <a:ext cx="7500676" cy="386903"/>
      </dsp:txXfrm>
    </dsp:sp>
    <dsp:sp modelId="{50D2BB53-1682-4ABF-AE95-26C724666FD1}">
      <dsp:nvSpPr>
        <dsp:cNvPr id="0" name=""/>
        <dsp:cNvSpPr/>
      </dsp:nvSpPr>
      <dsp:spPr>
        <a:xfrm rot="5400000">
          <a:off x="3685316" y="3506095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700" kern="1200"/>
        </a:p>
      </dsp:txBody>
      <dsp:txXfrm rot="-5400000">
        <a:off x="3706893" y="3521507"/>
        <a:ext cx="110963" cy="107881"/>
      </dsp:txXfrm>
    </dsp:sp>
    <dsp:sp modelId="{D01CCC73-DB11-4641-996D-464799A53EA1}">
      <dsp:nvSpPr>
        <dsp:cNvPr id="0" name=""/>
        <dsp:cNvSpPr/>
      </dsp:nvSpPr>
      <dsp:spPr>
        <a:xfrm>
          <a:off x="0" y="3701310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7. Penulisan </a:t>
          </a:r>
          <a:r>
            <a:rPr lang="en-US" sz="2000" kern="1200" dirty="0" err="1"/>
            <a:t>Ilmiah</a:t>
          </a:r>
          <a:r>
            <a:rPr lang="en-US" sz="2000" kern="1200" dirty="0"/>
            <a:t> dan </a:t>
          </a:r>
          <a:r>
            <a:rPr lang="en-US" sz="2000" kern="1200" dirty="0" err="1"/>
            <a:t>Publikasi</a:t>
          </a:r>
          <a:r>
            <a:rPr lang="en-US" sz="2000" kern="1200" dirty="0"/>
            <a:t> Hasil </a:t>
          </a:r>
          <a:r>
            <a:rPr lang="en-US" sz="2000" kern="1200" dirty="0" err="1"/>
            <a:t>Penelitian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Publications</a:t>
          </a:r>
          <a:r>
            <a:rPr lang="en-US" sz="2000" kern="1200" dirty="0"/>
            <a:t>)</a:t>
          </a:r>
        </a:p>
      </dsp:txBody>
      <dsp:txXfrm>
        <a:off x="12037" y="3713347"/>
        <a:ext cx="7500676" cy="3869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5F16F-9BB2-49EB-BF00-DA4FF7A8B35D}">
      <dsp:nvSpPr>
        <dsp:cNvPr id="0" name=""/>
        <dsp:cNvSpPr/>
      </dsp:nvSpPr>
      <dsp:spPr>
        <a:xfrm>
          <a:off x="995" y="0"/>
          <a:ext cx="2587749" cy="426720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err="1">
              <a:latin typeface="Calibri" panose="020F0502020204030204" pitchFamily="34" charset="0"/>
            </a:rPr>
            <a:t>Menzies</a:t>
          </a:r>
          <a:r>
            <a:rPr lang="en-US" sz="3200" kern="1200" dirty="0">
              <a:latin typeface="Calibri" panose="020F0502020204030204" pitchFamily="34" charset="0"/>
            </a:rPr>
            <a:t> Framework</a:t>
          </a:r>
        </a:p>
      </dsp:txBody>
      <dsp:txXfrm>
        <a:off x="995" y="0"/>
        <a:ext cx="2587749" cy="1280160"/>
      </dsp:txXfrm>
    </dsp:sp>
    <dsp:sp modelId="{594AF7F3-3D05-47CB-854D-2352061D2655}">
      <dsp:nvSpPr>
        <dsp:cNvPr id="0" name=""/>
        <dsp:cNvSpPr/>
      </dsp:nvSpPr>
      <dsp:spPr>
        <a:xfrm>
          <a:off x="113769" y="2164076"/>
          <a:ext cx="2362200" cy="10058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Calibri" panose="020F0502020204030204" pitchFamily="34" charset="0"/>
            </a:rPr>
            <a:t>(</a:t>
          </a:r>
          <a:r>
            <a:rPr lang="en-US" sz="2000" kern="1200" dirty="0" err="1">
              <a:latin typeface="Calibri" panose="020F0502020204030204" pitchFamily="34" charset="0"/>
            </a:rPr>
            <a:t>Menzies</a:t>
          </a:r>
          <a:r>
            <a:rPr lang="en-US" sz="2000" kern="1200" dirty="0">
              <a:latin typeface="Calibri" panose="020F0502020204030204" pitchFamily="34" charset="0"/>
            </a:rPr>
            <a:t> et al. 2007)</a:t>
          </a:r>
        </a:p>
      </dsp:txBody>
      <dsp:txXfrm>
        <a:off x="143229" y="2193536"/>
        <a:ext cx="2303280" cy="946927"/>
      </dsp:txXfrm>
    </dsp:sp>
    <dsp:sp modelId="{32E75C4F-39B4-48E4-AD17-127CEB1D0C82}">
      <dsp:nvSpPr>
        <dsp:cNvPr id="0" name=""/>
        <dsp:cNvSpPr/>
      </dsp:nvSpPr>
      <dsp:spPr>
        <a:xfrm>
          <a:off x="2782825" y="0"/>
          <a:ext cx="2587749" cy="426720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err="1">
              <a:latin typeface="Calibri" panose="020F0502020204030204" pitchFamily="34" charset="0"/>
            </a:rPr>
            <a:t>Lessmann</a:t>
          </a:r>
          <a:r>
            <a:rPr lang="en-US" sz="3200" kern="1200" dirty="0">
              <a:latin typeface="Calibri" panose="020F0502020204030204" pitchFamily="34" charset="0"/>
            </a:rPr>
            <a:t> Framework</a:t>
          </a:r>
        </a:p>
      </dsp:txBody>
      <dsp:txXfrm>
        <a:off x="2782825" y="0"/>
        <a:ext cx="2587749" cy="1280160"/>
      </dsp:txXfrm>
    </dsp:sp>
    <dsp:sp modelId="{78423505-4DBC-4F1B-9F82-2C4852882E25}">
      <dsp:nvSpPr>
        <dsp:cNvPr id="0" name=""/>
        <dsp:cNvSpPr/>
      </dsp:nvSpPr>
      <dsp:spPr>
        <a:xfrm>
          <a:off x="2895599" y="2164076"/>
          <a:ext cx="2362200" cy="10058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800" kern="1200" dirty="0">
              <a:latin typeface="Calibri" panose="020F0502020204030204" pitchFamily="34" charset="0"/>
            </a:rPr>
            <a:t>(Lessmann et al. 2008) </a:t>
          </a:r>
          <a:endParaRPr lang="en-US" sz="1800" kern="1200" dirty="0">
            <a:latin typeface="Calibri" panose="020F0502020204030204" pitchFamily="34" charset="0"/>
          </a:endParaRPr>
        </a:p>
      </dsp:txBody>
      <dsp:txXfrm>
        <a:off x="2925059" y="2193536"/>
        <a:ext cx="2303280" cy="946927"/>
      </dsp:txXfrm>
    </dsp:sp>
    <dsp:sp modelId="{7C862DBB-923A-45DE-9BAC-C51672AF210D}">
      <dsp:nvSpPr>
        <dsp:cNvPr id="0" name=""/>
        <dsp:cNvSpPr/>
      </dsp:nvSpPr>
      <dsp:spPr>
        <a:xfrm>
          <a:off x="5564655" y="0"/>
          <a:ext cx="2587749" cy="426720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>
              <a:latin typeface="Calibri" panose="020F0502020204030204" pitchFamily="34" charset="0"/>
            </a:rPr>
            <a:t>Song</a:t>
          </a:r>
          <a:r>
            <a:rPr lang="en-US" sz="3200" kern="1200">
              <a:latin typeface="Calibri" panose="020F0502020204030204" pitchFamily="34" charset="0"/>
            </a:rPr>
            <a:t> Framework</a:t>
          </a:r>
          <a:endParaRPr lang="en-US" sz="3200" kern="1200" dirty="0">
            <a:latin typeface="Calibri" panose="020F0502020204030204" pitchFamily="34" charset="0"/>
          </a:endParaRPr>
        </a:p>
      </dsp:txBody>
      <dsp:txXfrm>
        <a:off x="5564655" y="0"/>
        <a:ext cx="2587749" cy="1280160"/>
      </dsp:txXfrm>
    </dsp:sp>
    <dsp:sp modelId="{B4F8A4B0-B4C8-45FC-9351-750305A0593F}">
      <dsp:nvSpPr>
        <dsp:cNvPr id="0" name=""/>
        <dsp:cNvSpPr/>
      </dsp:nvSpPr>
      <dsp:spPr>
        <a:xfrm>
          <a:off x="5677429" y="2164076"/>
          <a:ext cx="2362200" cy="10058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Calibri" panose="020F0502020204030204" pitchFamily="34" charset="0"/>
            </a:rPr>
            <a:t>(Song et al. 2011)</a:t>
          </a:r>
        </a:p>
      </dsp:txBody>
      <dsp:txXfrm>
        <a:off x="5706889" y="2193536"/>
        <a:ext cx="2303280" cy="9469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BE896-B728-4082-B705-31534B89A164}">
      <dsp:nvSpPr>
        <dsp:cNvPr id="0" name=""/>
        <dsp:cNvSpPr/>
      </dsp:nvSpPr>
      <dsp:spPr>
        <a:xfrm>
          <a:off x="0" y="2009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000" kern="1200" dirty="0"/>
            <a:t>1. </a:t>
          </a:r>
          <a:r>
            <a:rPr lang="en-US" sz="2000" kern="1200" dirty="0" err="1"/>
            <a:t>Pemilihan</a:t>
          </a:r>
          <a:r>
            <a:rPr lang="en-US" sz="2000" kern="1200" dirty="0"/>
            <a:t> Satu </a:t>
          </a:r>
          <a:r>
            <a:rPr lang="en-US" sz="2000" kern="1200" dirty="0" err="1"/>
            <a:t>Algoritma</a:t>
          </a:r>
          <a:r>
            <a:rPr lang="en-US" sz="2000" kern="1200" dirty="0"/>
            <a:t> yang </a:t>
          </a:r>
          <a:r>
            <a:rPr lang="en-US" sz="2000" kern="1200" dirty="0" err="1"/>
            <a:t>Menarik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Research Field</a:t>
          </a:r>
          <a:r>
            <a:rPr lang="en-US" sz="2000" kern="1200" dirty="0"/>
            <a:t>)</a:t>
          </a:r>
        </a:p>
      </dsp:txBody>
      <dsp:txXfrm>
        <a:off x="12037" y="14046"/>
        <a:ext cx="7500676" cy="386903"/>
      </dsp:txXfrm>
    </dsp:sp>
    <dsp:sp modelId="{BDF591A8-1704-4ECC-9CFE-F3F9064D9674}">
      <dsp:nvSpPr>
        <dsp:cNvPr id="0" name=""/>
        <dsp:cNvSpPr/>
      </dsp:nvSpPr>
      <dsp:spPr>
        <a:xfrm rot="5400000">
          <a:off x="3684657" y="424140"/>
          <a:ext cx="155434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438892"/>
        <a:ext cx="110963" cy="108804"/>
      </dsp:txXfrm>
    </dsp:sp>
    <dsp:sp modelId="{111A853C-CEFF-4837-BADE-24CF1E2C3729}">
      <dsp:nvSpPr>
        <dsp:cNvPr id="0" name=""/>
        <dsp:cNvSpPr/>
      </dsp:nvSpPr>
      <dsp:spPr>
        <a:xfrm>
          <a:off x="0" y="620233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000" kern="1200" dirty="0"/>
            <a:t>2. </a:t>
          </a:r>
          <a:r>
            <a:rPr lang="en-US" sz="2000" kern="1200" dirty="0" err="1"/>
            <a:t>Pencarian</a:t>
          </a:r>
          <a:r>
            <a:rPr lang="en-US" sz="2000" kern="1200" dirty="0"/>
            <a:t> Paper Journal yang </a:t>
          </a:r>
          <a:r>
            <a:rPr lang="en-US" sz="2000" kern="1200" dirty="0" err="1"/>
            <a:t>Melakukan</a:t>
          </a:r>
          <a:r>
            <a:rPr lang="en-US" sz="2000" kern="1200" dirty="0"/>
            <a:t> </a:t>
          </a:r>
          <a:r>
            <a:rPr lang="en-US" sz="2000" kern="1200" dirty="0" err="1"/>
            <a:t>Perbaikan</a:t>
          </a:r>
          <a:r>
            <a:rPr lang="en-US" sz="2000" kern="1200" dirty="0"/>
            <a:t> </a:t>
          </a:r>
          <a:r>
            <a:rPr lang="en-US" sz="2000" kern="1200" dirty="0" err="1"/>
            <a:t>Algoritma</a:t>
          </a:r>
          <a:r>
            <a:rPr lang="en-US" sz="2000" kern="1200" dirty="0"/>
            <a:t> </a:t>
          </a:r>
          <a:r>
            <a:rPr lang="en-US" sz="2000" kern="1200" dirty="0" err="1"/>
            <a:t>Tersebut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Research Topic</a:t>
          </a:r>
          <a:r>
            <a:rPr lang="en-US" sz="2000" kern="1200" dirty="0"/>
            <a:t>)</a:t>
          </a:r>
        </a:p>
      </dsp:txBody>
      <dsp:txXfrm>
        <a:off x="12037" y="632270"/>
        <a:ext cx="7500676" cy="386903"/>
      </dsp:txXfrm>
    </dsp:sp>
    <dsp:sp modelId="{7CE19570-EA1C-4F11-ADD1-7F59E0C140CC}">
      <dsp:nvSpPr>
        <dsp:cNvPr id="0" name=""/>
        <dsp:cNvSpPr/>
      </dsp:nvSpPr>
      <dsp:spPr>
        <a:xfrm rot="5400000">
          <a:off x="3685316" y="1041485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1056897"/>
        <a:ext cx="110963" cy="107881"/>
      </dsp:txXfrm>
    </dsp:sp>
    <dsp:sp modelId="{4BFBA2DF-5D1A-4692-9572-DD1DC778C2AE}">
      <dsp:nvSpPr>
        <dsp:cNvPr id="0" name=""/>
        <dsp:cNvSpPr/>
      </dsp:nvSpPr>
      <dsp:spPr>
        <a:xfrm>
          <a:off x="0" y="1236699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3. Penentuan </a:t>
          </a:r>
          <a:r>
            <a:rPr lang="en-US" sz="2000" kern="1200" dirty="0" err="1"/>
            <a:t>Masalah</a:t>
          </a:r>
          <a:r>
            <a:rPr lang="en-US" sz="2000" kern="1200" dirty="0"/>
            <a:t> </a:t>
          </a:r>
          <a:r>
            <a:rPr lang="en-US" sz="2000" kern="1200" dirty="0" err="1"/>
            <a:t>Penelitian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Research Problem</a:t>
          </a:r>
          <a:r>
            <a:rPr lang="en-US" sz="2000" kern="1200" dirty="0"/>
            <a:t>)</a:t>
          </a:r>
        </a:p>
      </dsp:txBody>
      <dsp:txXfrm>
        <a:off x="12037" y="1248736"/>
        <a:ext cx="7500676" cy="386903"/>
      </dsp:txXfrm>
    </dsp:sp>
    <dsp:sp modelId="{32DD0A9B-C0B7-4A90-8634-CD4951ED9FF5}">
      <dsp:nvSpPr>
        <dsp:cNvPr id="0" name=""/>
        <dsp:cNvSpPr/>
      </dsp:nvSpPr>
      <dsp:spPr>
        <a:xfrm rot="5400000">
          <a:off x="3685316" y="1657951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1673363"/>
        <a:ext cx="110963" cy="107881"/>
      </dsp:txXfrm>
    </dsp:sp>
    <dsp:sp modelId="{26412A0F-61FF-4A76-980F-ADC7C2042A0B}">
      <dsp:nvSpPr>
        <dsp:cNvPr id="0" name=""/>
        <dsp:cNvSpPr/>
      </dsp:nvSpPr>
      <dsp:spPr>
        <a:xfrm>
          <a:off x="0" y="1853166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4</a:t>
          </a:r>
          <a:r>
            <a:rPr lang="id-ID" sz="2000" kern="1200" dirty="0"/>
            <a:t>. </a:t>
          </a:r>
          <a:r>
            <a:rPr lang="en-US" sz="2000" kern="1200" dirty="0" err="1"/>
            <a:t>Perangkuman</a:t>
          </a:r>
          <a:r>
            <a:rPr lang="en-US" sz="2000" kern="1200" dirty="0"/>
            <a:t> </a:t>
          </a:r>
          <a:r>
            <a:rPr lang="en-US" sz="2000" kern="1200" dirty="0" err="1"/>
            <a:t>Metode-Metode</a:t>
          </a:r>
          <a:r>
            <a:rPr lang="en-US" sz="2000" kern="1200" dirty="0"/>
            <a:t> Yang Ada (</a:t>
          </a:r>
          <a:r>
            <a:rPr lang="en-US" sz="2000" b="1" i="1" kern="1200" dirty="0">
              <a:solidFill>
                <a:srgbClr val="C00000"/>
              </a:solidFill>
            </a:rPr>
            <a:t>State-of-the-Art Methods</a:t>
          </a:r>
          <a:r>
            <a:rPr lang="en-US" sz="2000" kern="1200" dirty="0"/>
            <a:t>)</a:t>
          </a:r>
        </a:p>
      </dsp:txBody>
      <dsp:txXfrm>
        <a:off x="12037" y="1865203"/>
        <a:ext cx="7500676" cy="386903"/>
      </dsp:txXfrm>
    </dsp:sp>
    <dsp:sp modelId="{EFB17ADE-A653-4572-A12B-C328E4FA8E3D}">
      <dsp:nvSpPr>
        <dsp:cNvPr id="0" name=""/>
        <dsp:cNvSpPr/>
      </dsp:nvSpPr>
      <dsp:spPr>
        <a:xfrm rot="5400000">
          <a:off x="3685316" y="2274418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2289830"/>
        <a:ext cx="110963" cy="107881"/>
      </dsp:txXfrm>
    </dsp:sp>
    <dsp:sp modelId="{D891ADC6-E483-4227-8F79-3F250D8E716B}">
      <dsp:nvSpPr>
        <dsp:cNvPr id="0" name=""/>
        <dsp:cNvSpPr/>
      </dsp:nvSpPr>
      <dsp:spPr>
        <a:xfrm>
          <a:off x="0" y="2469632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5. Penentuan </a:t>
          </a:r>
          <a:r>
            <a:rPr lang="en-US" sz="2000" kern="1200" dirty="0" err="1"/>
            <a:t>Metode</a:t>
          </a:r>
          <a:r>
            <a:rPr lang="en-US" sz="2000" kern="1200" dirty="0"/>
            <a:t> Yang </a:t>
          </a:r>
          <a:r>
            <a:rPr lang="en-US" sz="2000" kern="1200" dirty="0" err="1"/>
            <a:t>Diusulkan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Proposed Method</a:t>
          </a:r>
          <a:r>
            <a:rPr lang="en-US" sz="2000" kern="1200" dirty="0"/>
            <a:t>)</a:t>
          </a:r>
        </a:p>
      </dsp:txBody>
      <dsp:txXfrm>
        <a:off x="12037" y="2481669"/>
        <a:ext cx="7500676" cy="386903"/>
      </dsp:txXfrm>
    </dsp:sp>
    <dsp:sp modelId="{4AB6EAA5-0D09-4161-8D9A-7EC04FA1674E}">
      <dsp:nvSpPr>
        <dsp:cNvPr id="0" name=""/>
        <dsp:cNvSpPr/>
      </dsp:nvSpPr>
      <dsp:spPr>
        <a:xfrm rot="5400000">
          <a:off x="3685787" y="2890257"/>
          <a:ext cx="153174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 rot="-5400000">
        <a:off x="3706893" y="2906139"/>
        <a:ext cx="110963" cy="107222"/>
      </dsp:txXfrm>
    </dsp:sp>
    <dsp:sp modelId="{ED630954-78E6-4446-9DE7-A220588C9BF3}">
      <dsp:nvSpPr>
        <dsp:cNvPr id="0" name=""/>
        <dsp:cNvSpPr/>
      </dsp:nvSpPr>
      <dsp:spPr>
        <a:xfrm>
          <a:off x="0" y="3084843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6. </a:t>
          </a:r>
          <a:r>
            <a:rPr lang="en-US" sz="2000" kern="1200" dirty="0" err="1"/>
            <a:t>Evaluasi</a:t>
          </a:r>
          <a:r>
            <a:rPr lang="en-US" sz="2000" kern="1200" dirty="0"/>
            <a:t> </a:t>
          </a:r>
          <a:r>
            <a:rPr lang="en-US" sz="2000" kern="1200" dirty="0" err="1"/>
            <a:t>Metode</a:t>
          </a:r>
          <a:r>
            <a:rPr lang="en-US" sz="2000" kern="1200" dirty="0"/>
            <a:t> Yang </a:t>
          </a:r>
          <a:r>
            <a:rPr lang="en-US" sz="2000" kern="1200" dirty="0" err="1"/>
            <a:t>Diusulkan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Evaluation</a:t>
          </a:r>
          <a:r>
            <a:rPr lang="en-US" sz="2000" kern="1200" dirty="0"/>
            <a:t>)</a:t>
          </a:r>
        </a:p>
      </dsp:txBody>
      <dsp:txXfrm>
        <a:off x="12037" y="3096880"/>
        <a:ext cx="7500676" cy="386903"/>
      </dsp:txXfrm>
    </dsp:sp>
    <dsp:sp modelId="{50D2BB53-1682-4ABF-AE95-26C724666FD1}">
      <dsp:nvSpPr>
        <dsp:cNvPr id="0" name=""/>
        <dsp:cNvSpPr/>
      </dsp:nvSpPr>
      <dsp:spPr>
        <a:xfrm rot="5400000">
          <a:off x="3685316" y="3506095"/>
          <a:ext cx="154116" cy="18493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700" kern="1200"/>
        </a:p>
      </dsp:txBody>
      <dsp:txXfrm rot="-5400000">
        <a:off x="3706893" y="3521507"/>
        <a:ext cx="110963" cy="107881"/>
      </dsp:txXfrm>
    </dsp:sp>
    <dsp:sp modelId="{D01CCC73-DB11-4641-996D-464799A53EA1}">
      <dsp:nvSpPr>
        <dsp:cNvPr id="0" name=""/>
        <dsp:cNvSpPr/>
      </dsp:nvSpPr>
      <dsp:spPr>
        <a:xfrm>
          <a:off x="0" y="3701310"/>
          <a:ext cx="7524750" cy="41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7. Penulisan </a:t>
          </a:r>
          <a:r>
            <a:rPr lang="en-US" sz="2000" kern="1200" dirty="0" err="1"/>
            <a:t>Ilmiah</a:t>
          </a:r>
          <a:r>
            <a:rPr lang="en-US" sz="2000" kern="1200" dirty="0"/>
            <a:t> dan </a:t>
          </a:r>
          <a:r>
            <a:rPr lang="en-US" sz="2000" kern="1200" dirty="0" err="1"/>
            <a:t>Publikasi</a:t>
          </a:r>
          <a:r>
            <a:rPr lang="en-US" sz="2000" kern="1200" dirty="0"/>
            <a:t> Hasil </a:t>
          </a:r>
          <a:r>
            <a:rPr lang="en-US" sz="2000" kern="1200" dirty="0" err="1"/>
            <a:t>Penelitian</a:t>
          </a:r>
          <a:r>
            <a:rPr lang="en-US" sz="2000" kern="1200" dirty="0"/>
            <a:t> (</a:t>
          </a:r>
          <a:r>
            <a:rPr lang="en-US" sz="2000" b="1" i="1" kern="1200" dirty="0">
              <a:solidFill>
                <a:srgbClr val="C00000"/>
              </a:solidFill>
            </a:rPr>
            <a:t>Publications</a:t>
          </a:r>
          <a:r>
            <a:rPr lang="en-US" sz="2000" kern="1200" dirty="0"/>
            <a:t>)</a:t>
          </a:r>
        </a:p>
      </dsp:txBody>
      <dsp:txXfrm>
        <a:off x="12037" y="3713347"/>
        <a:ext cx="7500676" cy="386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Rectangle 9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581400" y="9224965"/>
            <a:ext cx="3200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t" anchorCtr="0" compatLnSpc="1">
            <a:prstTxWarp prst="textNoShape">
              <a:avLst/>
            </a:prstTxWarp>
          </a:bodyPr>
          <a:lstStyle>
            <a:lvl1pPr algn="r" defTabSz="953991">
              <a:defRPr sz="700" i="1" dirty="0">
                <a:effectLst/>
              </a:defRPr>
            </a:lvl1pPr>
          </a:lstStyle>
          <a:p>
            <a:pPr>
              <a:defRPr/>
            </a:pPr>
            <a:r>
              <a:rPr lang="en-US" altLang="ja-JP"/>
              <a:t>romi@romisatriawahono.net</a:t>
            </a:r>
          </a:p>
        </p:txBody>
      </p:sp>
      <p:sp>
        <p:nvSpPr>
          <p:cNvPr id="27658" name="Rectangle 10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11190" y="180976"/>
            <a:ext cx="61642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t" anchorCtr="0" compatLnSpc="1">
            <a:prstTxWarp prst="textNoShape">
              <a:avLst/>
            </a:prstTxWarp>
          </a:bodyPr>
          <a:lstStyle>
            <a:lvl1pPr algn="r" defTabSz="953991">
              <a:defRPr sz="700" i="1" dirty="0" smtClean="0">
                <a:effectLst/>
              </a:defRPr>
            </a:lvl1pPr>
          </a:lstStyle>
          <a:p>
            <a:pPr>
              <a:defRPr/>
            </a:pPr>
            <a:r>
              <a:rPr lang="en-US" altLang="ja-JP" dirty="0"/>
              <a:t>Research Methodology</a:t>
            </a:r>
          </a:p>
        </p:txBody>
      </p:sp>
      <p:sp>
        <p:nvSpPr>
          <p:cNvPr id="27659" name="Rectangle 11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95301" y="9101139"/>
            <a:ext cx="3314701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b" anchorCtr="0" compatLnSpc="1">
            <a:prstTxWarp prst="textNoShape">
              <a:avLst/>
            </a:prstTxWarp>
          </a:bodyPr>
          <a:lstStyle>
            <a:lvl1pPr algn="l" defTabSz="953991">
              <a:defRPr sz="700" i="1" dirty="0">
                <a:effectLst/>
              </a:defRPr>
            </a:lvl1pPr>
          </a:lstStyle>
          <a:p>
            <a:pPr>
              <a:defRPr/>
            </a:pPr>
            <a:r>
              <a:rPr lang="en-US" altLang="ja-JP"/>
              <a:t>http://romisatriawahono.net</a:t>
            </a:r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flipH="1">
            <a:off x="611190" y="381000"/>
            <a:ext cx="6096000" cy="0"/>
          </a:xfrm>
          <a:prstGeom prst="lin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/>
          <a:lstStyle/>
          <a:p>
            <a:pPr>
              <a:defRPr/>
            </a:pPr>
            <a:endParaRPr lang="id-ID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H="1">
            <a:off x="611190" y="9220200"/>
            <a:ext cx="6096000" cy="0"/>
          </a:xfrm>
          <a:prstGeom prst="line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/>
          <a:lstStyle/>
          <a:p>
            <a:pPr>
              <a:defRPr/>
            </a:pPr>
            <a:endParaRPr lang="id-ID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3"/>
          </p:nvPr>
        </p:nvSpPr>
        <p:spPr>
          <a:xfrm>
            <a:off x="611190" y="-100012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F70BB06A-BCC8-4C11-A7C1-67582F4C337E}" type="slidenum">
              <a:rPr lang="en-US" sz="700" i="1" smtClean="0">
                <a:effectLst/>
              </a:rPr>
              <a:pPr algn="l"/>
              <a:t>‹#›</a:t>
            </a:fld>
            <a:endParaRPr lang="en-US" sz="700" i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56110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t" anchorCtr="0" compatLnSpc="1">
            <a:prstTxWarp prst="textNoShape">
              <a:avLst/>
            </a:prstTxWarp>
          </a:bodyPr>
          <a:lstStyle>
            <a:lvl1pPr algn="l" defTabSz="953991">
              <a:defRPr sz="1200" i="1">
                <a:effectLst/>
                <a:latin typeface="+mj-lt"/>
              </a:defRPr>
            </a:lvl1pPr>
          </a:lstStyle>
          <a:p>
            <a:pPr>
              <a:defRPr/>
            </a:pPr>
            <a:r>
              <a:rPr lang="en-US" altLang="ja-JP"/>
              <a:t>romi@romisatriawahono.net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6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t" anchorCtr="0" compatLnSpc="1">
            <a:prstTxWarp prst="textNoShape">
              <a:avLst/>
            </a:prstTxWarp>
          </a:bodyPr>
          <a:lstStyle>
            <a:lvl1pPr algn="r" defTabSz="953991">
              <a:defRPr sz="1200" i="1">
                <a:effectLst/>
                <a:latin typeface="+mj-lt"/>
              </a:defRPr>
            </a:lvl1pPr>
          </a:lstStyle>
          <a:p>
            <a:pPr>
              <a:defRPr/>
            </a:pPr>
            <a:r>
              <a:rPr lang="en-US" altLang="ja-JP"/>
              <a:t>Research Methodology</a:t>
            </a:r>
            <a:endParaRPr lang="en-US" altLang="ja-JP" dirty="0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3650" y="720725"/>
            <a:ext cx="4799013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6" y="4559303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121777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b" anchorCtr="0" compatLnSpc="1">
            <a:prstTxWarp prst="textNoShape">
              <a:avLst/>
            </a:prstTxWarp>
          </a:bodyPr>
          <a:lstStyle>
            <a:lvl1pPr algn="l" defTabSz="953991">
              <a:defRPr sz="1200" i="1">
                <a:effectLst/>
                <a:latin typeface="+mj-lt"/>
              </a:defRPr>
            </a:lvl1pPr>
          </a:lstStyle>
          <a:p>
            <a:pPr>
              <a:defRPr/>
            </a:pPr>
            <a:r>
              <a:rPr lang="en-US" altLang="ja-JP"/>
              <a:t>http://romisatriawahono.net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6" y="9121777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79" tIns="47690" rIns="95379" bIns="47690" numCol="1" anchor="b" anchorCtr="0" compatLnSpc="1">
            <a:prstTxWarp prst="textNoShape">
              <a:avLst/>
            </a:prstTxWarp>
          </a:bodyPr>
          <a:lstStyle>
            <a:lvl1pPr algn="r" defTabSz="953991">
              <a:defRPr sz="1200" i="1">
                <a:effectLst/>
                <a:latin typeface="+mj-lt"/>
              </a:defRPr>
            </a:lvl1pPr>
          </a:lstStyle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4242092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romi@romisatriawahono.net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http://romisatriawahono.net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46521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</a:t>
            </a:r>
            <a:r>
              <a:rPr lang="en-US" baseline="0" dirty="0"/>
              <a:t> is the answer of RQ9 of this SLR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Recently, there are three frameworks that have been highly cited and therefore influential in software defect prediction field: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Menzies</a:t>
            </a:r>
            <a:r>
              <a:rPr lang="en-US" dirty="0"/>
              <a:t> et al. Framework (</a:t>
            </a:r>
            <a:r>
              <a:rPr lang="en-US" dirty="0" err="1"/>
              <a:t>Menzies</a:t>
            </a:r>
            <a:r>
              <a:rPr lang="en-US" dirty="0"/>
              <a:t> et al. 2007)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Lessmann</a:t>
            </a:r>
            <a:r>
              <a:rPr lang="en-US" dirty="0"/>
              <a:t> et al. Framework (</a:t>
            </a:r>
            <a:r>
              <a:rPr lang="en-US" dirty="0" err="1"/>
              <a:t>Lessmann</a:t>
            </a:r>
            <a:r>
              <a:rPr lang="en-US" dirty="0"/>
              <a:t> et al. 2008)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Song et al. Framework (Song et al. 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793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7846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68968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038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my proposed framework. This</a:t>
            </a:r>
            <a:r>
              <a:rPr lang="en-US" baseline="0" dirty="0"/>
              <a:t> slide shows you, </a:t>
            </a:r>
            <a:r>
              <a:rPr lang="en-US" dirty="0"/>
              <a:t>what is the different between these frameworks and the proposed framework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the proposed framework, </a:t>
            </a:r>
            <a:r>
              <a:rPr lang="en-US" dirty="0" err="1"/>
              <a:t>metaheuristic</a:t>
            </a:r>
            <a:r>
              <a:rPr lang="en-US" dirty="0"/>
              <a:t> optimization methods, PSO and GA, have been used as a feature selector and a parameter selector of the classifiers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considerable work has been done for </a:t>
            </a:r>
            <a:r>
              <a:rPr lang="en-US" dirty="0" err="1"/>
              <a:t>metaheuristic</a:t>
            </a:r>
            <a:r>
              <a:rPr lang="en-US" dirty="0"/>
              <a:t> optimization based feature selection and class imbalance problem separately, but limited research can be found on investigating them both together, particularly in the software engineering field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study, </a:t>
            </a:r>
            <a:r>
              <a:rPr lang="en-US" dirty="0" err="1"/>
              <a:t>metaheuristic</a:t>
            </a:r>
            <a:r>
              <a:rPr lang="en-US" dirty="0"/>
              <a:t> optimization based feature selection and bagging technique are combined for solving the class imbalance problem, in the context of software defect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9595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my proposed framework. This</a:t>
            </a:r>
            <a:r>
              <a:rPr lang="en-US" baseline="0" dirty="0"/>
              <a:t> slide shows you, </a:t>
            </a:r>
            <a:r>
              <a:rPr lang="en-US" dirty="0"/>
              <a:t>what is the different between these frameworks and the proposed framework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the proposed framework, </a:t>
            </a:r>
            <a:r>
              <a:rPr lang="en-US" dirty="0" err="1"/>
              <a:t>metaheuristic</a:t>
            </a:r>
            <a:r>
              <a:rPr lang="en-US" dirty="0"/>
              <a:t> optimization methods, PSO and GA, have been used as a feature selector and a parameter selector of the classifiers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While considerable work has been done for </a:t>
            </a:r>
            <a:r>
              <a:rPr lang="en-US" dirty="0" err="1"/>
              <a:t>metaheuristic</a:t>
            </a:r>
            <a:r>
              <a:rPr lang="en-US" dirty="0"/>
              <a:t> optimization based feature selection and class imbalance problem separately, but limited research can be found on investigating them both together, particularly in the software engineering field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study, </a:t>
            </a:r>
            <a:r>
              <a:rPr lang="en-US" dirty="0" err="1"/>
              <a:t>metaheuristic</a:t>
            </a:r>
            <a:r>
              <a:rPr lang="en-US" dirty="0"/>
              <a:t> optimization based feature selection and bagging technique are combined for solving the class imbalance problem, in the context of software defect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25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68107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CD5FA-941E-4E47-AC5B-FC4CE4DCCEF5}" type="slidenum">
              <a:rPr lang="id-ID" smtClean="0"/>
              <a:t>26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7065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romi@romisatriawahono.net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id-ID" altLang="ja-JP"/>
              <a:t>Object-Oriented Programming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http://romisatriawahono.net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38C9D2B2-F8A0-41B1-8482-D108E1D20E7F}" type="slidenum">
              <a:rPr lang="en-US" altLang="ja-JP" smtClean="0"/>
              <a:pPr>
                <a:defRPr/>
              </a:pPr>
              <a:t>29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69618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93528"/>
            <a:ext cx="6858000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5" name="squares"/>
          <p:cNvGrpSpPr/>
          <p:nvPr userDrawn="1"/>
        </p:nvGrpSpPr>
        <p:grpSpPr>
          <a:xfrm>
            <a:off x="1" y="2053939"/>
            <a:ext cx="628650" cy="524183"/>
            <a:chOff x="0" y="452558"/>
            <a:chExt cx="914400" cy="524182"/>
          </a:xfrm>
        </p:grpSpPr>
        <p:sp>
          <p:nvSpPr>
            <p:cNvPr id="16" name="Rounded Rectangle 15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8" name="Round Same Side Corner Rectangle 17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grpSp>
        <p:nvGrpSpPr>
          <p:cNvPr id="19" name="squares"/>
          <p:cNvGrpSpPr/>
          <p:nvPr userDrawn="1"/>
        </p:nvGrpSpPr>
        <p:grpSpPr>
          <a:xfrm rot="10800000">
            <a:off x="8517030" y="2053939"/>
            <a:ext cx="628650" cy="524183"/>
            <a:chOff x="0" y="452558"/>
            <a:chExt cx="914400" cy="524182"/>
          </a:xfrm>
        </p:grpSpPr>
        <p:sp>
          <p:nvSpPr>
            <p:cNvPr id="20" name="Rounded Rectangle 19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22" name="Round Same Side Corner Rectangle 21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1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7886700" cy="5333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squares"/>
          <p:cNvGrpSpPr/>
          <p:nvPr userDrawn="1"/>
        </p:nvGrpSpPr>
        <p:grpSpPr>
          <a:xfrm>
            <a:off x="1" y="237817"/>
            <a:ext cx="628650" cy="524183"/>
            <a:chOff x="0" y="452558"/>
            <a:chExt cx="914400" cy="524182"/>
          </a:xfrm>
        </p:grpSpPr>
        <p:sp>
          <p:nvSpPr>
            <p:cNvPr id="12" name="Rounded Rectangle 11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4" name="Round Same Side Corner Rectangle 13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8649" y="152399"/>
            <a:ext cx="8501495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501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466975"/>
            <a:ext cx="7886700" cy="2095501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squares"/>
          <p:cNvGrpSpPr/>
          <p:nvPr userDrawn="1"/>
        </p:nvGrpSpPr>
        <p:grpSpPr>
          <a:xfrm>
            <a:off x="1" y="3240256"/>
            <a:ext cx="628650" cy="524183"/>
            <a:chOff x="0" y="452558"/>
            <a:chExt cx="914400" cy="524182"/>
          </a:xfrm>
        </p:grpSpPr>
        <p:sp>
          <p:nvSpPr>
            <p:cNvPr id="12" name="Rounded Rectangle 11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4" name="Round Same Side Corner Rectangle 13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4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43000"/>
            <a:ext cx="3886200" cy="53335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43000"/>
            <a:ext cx="3886200" cy="5333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squares"/>
          <p:cNvGrpSpPr/>
          <p:nvPr userDrawn="1"/>
        </p:nvGrpSpPr>
        <p:grpSpPr>
          <a:xfrm>
            <a:off x="1" y="237817"/>
            <a:ext cx="628650" cy="524183"/>
            <a:chOff x="0" y="452558"/>
            <a:chExt cx="914400" cy="524182"/>
          </a:xfrm>
        </p:grpSpPr>
        <p:sp>
          <p:nvSpPr>
            <p:cNvPr id="11" name="Rounded Rectangle 10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3" name="Round Same Side Corner Rectangle 12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628649" y="152399"/>
            <a:ext cx="8501495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60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066800"/>
            <a:ext cx="3868340" cy="74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14512"/>
            <a:ext cx="3868340" cy="4662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66800"/>
            <a:ext cx="3887391" cy="74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14512"/>
            <a:ext cx="3887391" cy="4662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2" name="squares"/>
          <p:cNvGrpSpPr/>
          <p:nvPr userDrawn="1"/>
        </p:nvGrpSpPr>
        <p:grpSpPr>
          <a:xfrm>
            <a:off x="1" y="237817"/>
            <a:ext cx="628650" cy="524183"/>
            <a:chOff x="0" y="452558"/>
            <a:chExt cx="914400" cy="524182"/>
          </a:xfrm>
        </p:grpSpPr>
        <p:sp>
          <p:nvSpPr>
            <p:cNvPr id="13" name="Rounded Rectangle 12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9" name="Round Same Side Corner Rectangle 18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2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628649" y="152399"/>
            <a:ext cx="8501495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366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squares"/>
          <p:cNvGrpSpPr/>
          <p:nvPr userDrawn="1"/>
        </p:nvGrpSpPr>
        <p:grpSpPr>
          <a:xfrm>
            <a:off x="1" y="237817"/>
            <a:ext cx="628650" cy="524183"/>
            <a:chOff x="0" y="452558"/>
            <a:chExt cx="914400" cy="524182"/>
          </a:xfrm>
        </p:grpSpPr>
        <p:sp>
          <p:nvSpPr>
            <p:cNvPr id="9" name="Rounded Rectangle 8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15" name="Round Same Side Corner Rectangle 14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4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quares"/>
          <p:cNvGrpSpPr/>
          <p:nvPr userDrawn="1"/>
        </p:nvGrpSpPr>
        <p:grpSpPr>
          <a:xfrm>
            <a:off x="1" y="237817"/>
            <a:ext cx="628650" cy="524183"/>
            <a:chOff x="0" y="452558"/>
            <a:chExt cx="914400" cy="524182"/>
          </a:xfrm>
        </p:grpSpPr>
        <p:sp>
          <p:nvSpPr>
            <p:cNvPr id="3" name="Rounded Rectangle 2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rgbClr val="808080">
                <a:lumMod val="60000"/>
                <a:lumOff val="4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  <p:sp>
          <p:nvSpPr>
            <p:cNvPr id="5" name="Round Same Side Corner Rectangle 4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rgbClr val="969696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defTabSz="1218987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sz="2400" kern="0">
                <a:solidFill>
                  <a:prstClr val="white"/>
                </a:solidFill>
                <a:effectLst/>
                <a:latin typeface="Constantia"/>
              </a:endParaRPr>
            </a:p>
          </p:txBody>
        </p:sp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16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4097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409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28649" y="152399"/>
            <a:ext cx="8501495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099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9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49" y="152399"/>
            <a:ext cx="8501495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43000"/>
            <a:ext cx="7886700" cy="5333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hlinkClick r:id="rId10" action="ppaction://hlinksldjump"/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9" y="6664148"/>
            <a:ext cx="748145" cy="177526"/>
          </a:xfrm>
          <a:prstGeom prst="rect">
            <a:avLst/>
          </a:prstGeom>
        </p:spPr>
      </p:pic>
      <p:pic>
        <p:nvPicPr>
          <p:cNvPr id="10" name="Picture 9">
            <a:hlinkClick r:id="rId10" action="ppaction://hlinksldjump"/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" y="6664148"/>
            <a:ext cx="1114651" cy="193852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553200"/>
            <a:ext cx="2057400" cy="3048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effectLst/>
                <a:latin typeface="+mn-lt"/>
              </a:defRPr>
            </a:lvl1pPr>
          </a:lstStyle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83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Visio_Drawing1.vsd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Visio_Drawing11.vsd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E31D9D-6C2F-43CB-95A2-F9B6C01F36CB}"/>
              </a:ext>
            </a:extLst>
          </p:cNvPr>
          <p:cNvSpPr txBox="1"/>
          <p:nvPr/>
        </p:nvSpPr>
        <p:spPr>
          <a:xfrm rot="16200000">
            <a:off x="1233816" y="-1326147"/>
            <a:ext cx="6857998" cy="95102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id-ID" sz="1100" dirty="0">
              <a:latin typeface="+mn-lt"/>
            </a:endParaRPr>
          </a:p>
          <a:p>
            <a:r>
              <a:rPr lang="id-ID" sz="5400" dirty="0" err="1">
                <a:latin typeface="+mn-lt"/>
              </a:rPr>
              <a:t>Course</a:t>
            </a:r>
            <a:r>
              <a:rPr lang="id-ID" sz="5400" dirty="0">
                <a:latin typeface="+mn-lt"/>
              </a:rPr>
              <a:t>   </a:t>
            </a:r>
            <a:r>
              <a:rPr lang="id-ID" sz="5400" dirty="0" err="1">
                <a:latin typeface="+mn-lt"/>
              </a:rPr>
              <a:t>Outline</a:t>
            </a:r>
            <a:endParaRPr lang="id-ID" sz="6000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id-ID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BF95EFA-730A-4DE8-B366-472A25B6F05C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066800" y="76200"/>
          <a:ext cx="7924800" cy="6553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E3E3A0-7F7E-4B6C-8A1F-D9B7A73AA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89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2. Tahapan </a:t>
            </a:r>
            <a:r>
              <a:rPr lang="en-US" sz="5400" dirty="0" err="1"/>
              <a:t>Penelitian</a:t>
            </a:r>
            <a:endParaRPr lang="en-US" sz="5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2.1 Tahapan </a:t>
            </a:r>
            <a:r>
              <a:rPr lang="en-US" sz="2000" dirty="0" err="1"/>
              <a:t>Penelitian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endParaRPr lang="en-US" sz="2000" dirty="0"/>
          </a:p>
          <a:p>
            <a:r>
              <a:rPr lang="en-US" sz="2000" dirty="0"/>
              <a:t>2.2 Tahapan </a:t>
            </a:r>
            <a:r>
              <a:rPr lang="en-US" sz="2000" dirty="0" err="1"/>
              <a:t>Penelitian</a:t>
            </a:r>
            <a:r>
              <a:rPr lang="en-US" sz="2000" dirty="0"/>
              <a:t> Computing</a:t>
            </a:r>
          </a:p>
          <a:p>
            <a:r>
              <a:rPr lang="en-US" sz="2000" dirty="0"/>
              <a:t>2.3 Tahapan </a:t>
            </a:r>
            <a:r>
              <a:rPr lang="en-US" sz="2000" dirty="0" err="1"/>
              <a:t>Penelitian</a:t>
            </a:r>
            <a:r>
              <a:rPr lang="en-US" sz="2000" dirty="0"/>
              <a:t> Computing </a:t>
            </a:r>
            <a:r>
              <a:rPr lang="en-US" sz="2000" dirty="0" err="1"/>
              <a:t>Fokus</a:t>
            </a:r>
            <a:r>
              <a:rPr lang="en-US" sz="2000" dirty="0"/>
              <a:t> </a:t>
            </a:r>
            <a:r>
              <a:rPr lang="en-US" sz="2000" dirty="0" err="1"/>
              <a:t>Perbaikan</a:t>
            </a:r>
            <a:r>
              <a:rPr lang="en-US" sz="2000" dirty="0"/>
              <a:t> </a:t>
            </a:r>
            <a:r>
              <a:rPr lang="en-US" sz="2000" dirty="0" err="1"/>
              <a:t>Algoritma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1E6EF-53F2-4C67-AC90-D35B446C4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77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2.1 Tahapan </a:t>
            </a:r>
            <a:r>
              <a:rPr lang="en-US" sz="4000" dirty="0" err="1"/>
              <a:t>Penelitian</a:t>
            </a:r>
            <a:r>
              <a:rPr lang="en-US" sz="4000" dirty="0"/>
              <a:t> </a:t>
            </a:r>
            <a:r>
              <a:rPr lang="en-US" sz="4000" dirty="0" err="1"/>
              <a:t>Umum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0B79C-4295-43AE-A31E-C6AAD514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78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8210550" cy="4724400"/>
          </a:xfrm>
        </p:spPr>
        <p:txBody>
          <a:bodyPr/>
          <a:lstStyle/>
          <a:p>
            <a:pPr>
              <a:buNone/>
            </a:pPr>
            <a:r>
              <a:rPr lang="en-US" sz="4000" dirty="0"/>
              <a:t>1. </a:t>
            </a:r>
            <a:r>
              <a:rPr lang="en-US" sz="4000" dirty="0" err="1"/>
              <a:t>Identifikasi</a:t>
            </a:r>
            <a:r>
              <a:rPr lang="en-US" sz="4000" dirty="0"/>
              <a:t> </a:t>
            </a:r>
            <a:r>
              <a:rPr lang="en-US" sz="4000" dirty="0" err="1">
                <a:solidFill>
                  <a:srgbClr val="C00000"/>
                </a:solidFill>
              </a:rPr>
              <a:t>Masalah</a:t>
            </a:r>
            <a:endParaRPr lang="en-US" sz="4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4000" dirty="0"/>
              <a:t>2. </a:t>
            </a:r>
            <a:r>
              <a:rPr lang="en-US" sz="4000" dirty="0" err="1"/>
              <a:t>Perumusan</a:t>
            </a:r>
            <a:r>
              <a:rPr lang="en-US" sz="4000" dirty="0"/>
              <a:t> </a:t>
            </a:r>
            <a:r>
              <a:rPr lang="en-US" sz="4000" dirty="0" err="1">
                <a:solidFill>
                  <a:srgbClr val="C00000"/>
                </a:solidFill>
              </a:rPr>
              <a:t>Hipotesis</a:t>
            </a:r>
            <a:endParaRPr lang="en-US" sz="4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s-ES" sz="4000" dirty="0"/>
              <a:t>3. </a:t>
            </a:r>
            <a:r>
              <a:rPr lang="es-ES" sz="4000" dirty="0" err="1"/>
              <a:t>Pengujian</a:t>
            </a:r>
            <a:r>
              <a:rPr lang="es-ES" sz="4000" dirty="0"/>
              <a:t> </a:t>
            </a:r>
            <a:r>
              <a:rPr lang="es-ES" sz="4000" dirty="0" err="1">
                <a:solidFill>
                  <a:srgbClr val="C00000"/>
                </a:solidFill>
              </a:rPr>
              <a:t>Hipotesis</a:t>
            </a:r>
            <a:r>
              <a:rPr lang="es-ES" sz="4000" dirty="0">
                <a:solidFill>
                  <a:srgbClr val="C00000"/>
                </a:solidFill>
              </a:rPr>
              <a:t> dan </a:t>
            </a:r>
            <a:r>
              <a:rPr lang="es-ES" sz="4000" dirty="0" err="1">
                <a:solidFill>
                  <a:srgbClr val="C00000"/>
                </a:solidFill>
              </a:rPr>
              <a:t>Analisis</a:t>
            </a:r>
            <a:endParaRPr lang="es-ES" sz="40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4000" dirty="0"/>
              <a:t>4. </a:t>
            </a:r>
            <a:r>
              <a:rPr lang="en-US" sz="4000" dirty="0" err="1">
                <a:solidFill>
                  <a:srgbClr val="C00000"/>
                </a:solidFill>
              </a:rPr>
              <a:t>Kesimpulan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Tahapan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Umum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56A6C-4CD3-4C96-8605-5C43BB7CB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685800" y="914400"/>
          <a:ext cx="7829550" cy="563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776">
                <a:tc>
                  <a:txBody>
                    <a:bodyPr/>
                    <a:lstStyle/>
                    <a:p>
                      <a:r>
                        <a:rPr lang="en-US" sz="2400" kern="1200" baseline="0" dirty="0">
                          <a:effectLst/>
                        </a:rPr>
                        <a:t>Tahapan </a:t>
                      </a:r>
                      <a:r>
                        <a:rPr lang="en-US" sz="2400" kern="1200" baseline="0" dirty="0" err="1">
                          <a:effectLst/>
                        </a:rPr>
                        <a:t>Penelitian</a:t>
                      </a:r>
                      <a:endParaRPr lang="en-US" sz="2400" b="1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 err="1">
                          <a:effectLst/>
                        </a:rPr>
                        <a:t>Susunan</a:t>
                      </a:r>
                      <a:r>
                        <a:rPr lang="en-US" sz="2400" kern="1200" baseline="0" dirty="0">
                          <a:effectLst/>
                        </a:rPr>
                        <a:t> T</a:t>
                      </a:r>
                      <a:r>
                        <a:rPr lang="id-ID" sz="2400" kern="1200" baseline="0" dirty="0">
                          <a:effectLst/>
                        </a:rPr>
                        <a:t>esis</a:t>
                      </a:r>
                      <a:endParaRPr lang="en-US" sz="2400" b="1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2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>
                          <a:effectLst/>
                        </a:rPr>
                        <a:t>1. </a:t>
                      </a:r>
                      <a:r>
                        <a:rPr lang="en-US" sz="2400" kern="1200" baseline="0" dirty="0" err="1">
                          <a:effectLst/>
                        </a:rPr>
                        <a:t>Identifikasi</a:t>
                      </a:r>
                      <a:r>
                        <a:rPr lang="en-US" sz="2400" kern="1200" baseline="0" dirty="0">
                          <a:effectLst/>
                        </a:rPr>
                        <a:t> </a:t>
                      </a:r>
                      <a:r>
                        <a:rPr lang="en-US" sz="2400" b="1" kern="1200" baseline="0" dirty="0" err="1">
                          <a:solidFill>
                            <a:srgbClr val="C00000"/>
                          </a:solidFill>
                          <a:effectLst/>
                        </a:rPr>
                        <a:t>Masalah</a:t>
                      </a:r>
                      <a:endParaRPr lang="en-US" sz="2400" b="1" kern="1200" baseline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kern="1200" baseline="0" dirty="0">
                          <a:effectLst/>
                        </a:rPr>
                        <a:t>1. </a:t>
                      </a:r>
                      <a:r>
                        <a:rPr lang="en-US" sz="2200" kern="1200" baseline="0" dirty="0" err="1">
                          <a:effectLst/>
                        </a:rPr>
                        <a:t>Pendahuluan</a:t>
                      </a:r>
                      <a:r>
                        <a:rPr lang="en-US" sz="2200" kern="1200" baseline="0" dirty="0">
                          <a:effectLst/>
                        </a:rPr>
                        <a:t>:</a:t>
                      </a: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</a:t>
                      </a:r>
                      <a:r>
                        <a:rPr lang="id-ID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Latar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Belakang</a:t>
                      </a:r>
                      <a:endParaRPr lang="id-ID" sz="1800" kern="1200" baseline="0" dirty="0">
                        <a:effectLst/>
                      </a:endParaRP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- Rumusan </a:t>
                      </a:r>
                      <a:r>
                        <a:rPr lang="en-US" sz="1800" kern="1200" baseline="0" dirty="0" err="1">
                          <a:effectLst/>
                        </a:rPr>
                        <a:t>Masalah</a:t>
                      </a:r>
                      <a:endParaRPr lang="en-US" sz="1800" kern="1200" baseline="0" dirty="0">
                        <a:effectLst/>
                      </a:endParaRP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</a:t>
                      </a:r>
                      <a:r>
                        <a:rPr lang="id-ID" sz="1800" kern="1200" baseline="0" dirty="0">
                          <a:effectLst/>
                        </a:rPr>
                        <a:t> Tujuan Penelitian</a:t>
                      </a:r>
                      <a:endParaRPr lang="en-US" sz="1800" kern="1200" baseline="0" dirty="0">
                        <a:effectLst/>
                      </a:endParaRP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</a:t>
                      </a:r>
                      <a:r>
                        <a:rPr lang="id-ID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Manfaat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Penelitian</a:t>
                      </a:r>
                      <a:endParaRPr lang="en-US" sz="1800" b="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33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>
                          <a:effectLst/>
                        </a:rPr>
                        <a:t>2. </a:t>
                      </a:r>
                      <a:r>
                        <a:rPr lang="en-US" sz="2400" kern="1200" baseline="0" dirty="0" err="1">
                          <a:effectLst/>
                        </a:rPr>
                        <a:t>Perumusan</a:t>
                      </a:r>
                      <a:r>
                        <a:rPr lang="en-US" sz="2400" kern="1200" baseline="0" dirty="0">
                          <a:effectLst/>
                        </a:rPr>
                        <a:t> </a:t>
                      </a:r>
                      <a:r>
                        <a:rPr lang="en-US" sz="2400" b="1" kern="1200" baseline="0" dirty="0" err="1">
                          <a:solidFill>
                            <a:srgbClr val="C00000"/>
                          </a:solidFill>
                          <a:effectLst/>
                        </a:rPr>
                        <a:t>Hipotesis</a:t>
                      </a:r>
                      <a:endParaRPr lang="en-US" sz="2400" b="1" kern="1200" baseline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kern="1200" baseline="0">
                          <a:effectLst/>
                        </a:rPr>
                        <a:t>2. </a:t>
                      </a:r>
                      <a:r>
                        <a:rPr lang="en-US" sz="2200" kern="1200" baseline="0" err="1">
                          <a:effectLst/>
                        </a:rPr>
                        <a:t>Landasan</a:t>
                      </a:r>
                      <a:r>
                        <a:rPr lang="en-US" sz="2200" kern="1200" baseline="0">
                          <a:effectLst/>
                        </a:rPr>
                        <a:t> </a:t>
                      </a:r>
                      <a:r>
                        <a:rPr lang="en-US" sz="2200" kern="1200" baseline="0" err="1">
                          <a:effectLst/>
                        </a:rPr>
                        <a:t>Teori</a:t>
                      </a:r>
                      <a:r>
                        <a:rPr lang="en-US" sz="2200" kern="1200" baseline="0">
                          <a:effectLst/>
                        </a:rPr>
                        <a:t>:</a:t>
                      </a:r>
                    </a:p>
                    <a:p>
                      <a:r>
                        <a:rPr lang="id-ID" sz="1800" kern="1200" baseline="0">
                          <a:effectLst/>
                        </a:rPr>
                        <a:t>    </a:t>
                      </a:r>
                      <a:r>
                        <a:rPr lang="en-US" sz="1800" kern="1200" baseline="0">
                          <a:effectLst/>
                        </a:rPr>
                        <a:t>- </a:t>
                      </a:r>
                      <a:r>
                        <a:rPr lang="en-US" sz="1800" kern="1200" baseline="0" err="1">
                          <a:effectLst/>
                        </a:rPr>
                        <a:t>Penelitian</a:t>
                      </a:r>
                      <a:r>
                        <a:rPr lang="en-US" sz="1800" kern="1200" baseline="0">
                          <a:effectLst/>
                        </a:rPr>
                        <a:t> yang </a:t>
                      </a:r>
                      <a:r>
                        <a:rPr lang="en-US" sz="1800" kern="1200" baseline="0" err="1">
                          <a:effectLst/>
                        </a:rPr>
                        <a:t>Berhubungan</a:t>
                      </a:r>
                      <a:endParaRPr lang="en-US" sz="1800" kern="1200" baseline="0">
                        <a:effectLst/>
                      </a:endParaRPr>
                    </a:p>
                    <a:p>
                      <a:r>
                        <a:rPr lang="en-US" sz="1800" kern="1200" baseline="0">
                          <a:effectLst/>
                        </a:rPr>
                        <a:t>    - </a:t>
                      </a:r>
                      <a:r>
                        <a:rPr lang="en-US" sz="1800" kern="1200" baseline="0" err="1">
                          <a:effectLst/>
                        </a:rPr>
                        <a:t>Landasan</a:t>
                      </a:r>
                      <a:r>
                        <a:rPr lang="en-US" sz="1800" kern="1200" baseline="0">
                          <a:effectLst/>
                        </a:rPr>
                        <a:t> </a:t>
                      </a:r>
                      <a:r>
                        <a:rPr lang="en-US" sz="1800" kern="1200" baseline="0" err="1">
                          <a:effectLst/>
                        </a:rPr>
                        <a:t>Teori</a:t>
                      </a:r>
                      <a:endParaRPr lang="en-US" sz="1800" kern="1200" baseline="0">
                        <a:effectLst/>
                      </a:endParaRPr>
                    </a:p>
                    <a:p>
                      <a:r>
                        <a:rPr lang="id-ID" sz="1800" kern="1200" baseline="0">
                          <a:effectLst/>
                        </a:rPr>
                        <a:t>    </a:t>
                      </a:r>
                      <a:r>
                        <a:rPr lang="en-US" sz="1800" kern="1200" baseline="0">
                          <a:effectLst/>
                        </a:rPr>
                        <a:t>- </a:t>
                      </a:r>
                      <a:r>
                        <a:rPr lang="en-US" sz="1800" kern="1200" baseline="0" err="1">
                          <a:effectLst/>
                        </a:rPr>
                        <a:t>Kerangka</a:t>
                      </a:r>
                      <a:r>
                        <a:rPr lang="en-US" sz="1800" kern="1200" baseline="0">
                          <a:effectLst/>
                        </a:rPr>
                        <a:t> </a:t>
                      </a:r>
                      <a:r>
                        <a:rPr lang="id-ID" sz="1800" kern="1200" baseline="0">
                          <a:effectLst/>
                        </a:rPr>
                        <a:t>Pemikiran</a:t>
                      </a:r>
                      <a:endParaRPr lang="id-ID" sz="1800" b="0" kern="1200" baseline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9253">
                <a:tc rowSpan="2">
                  <a:txBody>
                    <a:bodyPr/>
                    <a:lstStyle/>
                    <a:p>
                      <a:r>
                        <a:rPr lang="en-US" sz="2400" kern="1200" baseline="0" dirty="0">
                          <a:effectLst/>
                        </a:rPr>
                        <a:t>3. </a:t>
                      </a:r>
                      <a:r>
                        <a:rPr lang="en-US" sz="2400" b="1" kern="1200" baseline="0" dirty="0" err="1">
                          <a:solidFill>
                            <a:srgbClr val="C00000"/>
                          </a:solidFill>
                          <a:effectLst/>
                        </a:rPr>
                        <a:t>Pengujian</a:t>
                      </a:r>
                      <a:r>
                        <a:rPr lang="en-US" sz="2400" b="1" kern="1200" baseline="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en-US" sz="2400" b="1" kern="1200" baseline="0" dirty="0" err="1">
                          <a:solidFill>
                            <a:srgbClr val="C00000"/>
                          </a:solidFill>
                          <a:effectLst/>
                        </a:rPr>
                        <a:t>Hipotesis</a:t>
                      </a:r>
                      <a:endParaRPr lang="en-US" sz="2400" b="1" kern="1200" baseline="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r>
                        <a:rPr lang="en-US" sz="2400" kern="1200" baseline="0" dirty="0" err="1">
                          <a:effectLst/>
                        </a:rPr>
                        <a:t>dan</a:t>
                      </a:r>
                      <a:r>
                        <a:rPr lang="en-US" sz="2400" kern="1200" baseline="0" dirty="0">
                          <a:effectLst/>
                        </a:rPr>
                        <a:t> </a:t>
                      </a:r>
                      <a:r>
                        <a:rPr lang="en-US" sz="2400" kern="1200" baseline="0" dirty="0" err="1">
                          <a:effectLst/>
                        </a:rPr>
                        <a:t>Analisis</a:t>
                      </a:r>
                      <a:r>
                        <a:rPr lang="en-US" sz="2400" kern="1200" baseline="0" dirty="0">
                          <a:effectLst/>
                        </a:rPr>
                        <a:t> </a:t>
                      </a:r>
                      <a:r>
                        <a:rPr lang="en-US" sz="2400" kern="1200" baseline="0" dirty="0" err="1">
                          <a:effectLst/>
                        </a:rPr>
                        <a:t>Hasil</a:t>
                      </a:r>
                      <a:endParaRPr lang="en-US" sz="2400" b="0" kern="1200" baseline="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kern="1200" baseline="0" dirty="0">
                          <a:effectLst/>
                        </a:rPr>
                        <a:t>3. </a:t>
                      </a:r>
                      <a:r>
                        <a:rPr lang="en-US" sz="2200" kern="1200" baseline="0" dirty="0" err="1">
                          <a:effectLst/>
                        </a:rPr>
                        <a:t>Metodologi</a:t>
                      </a:r>
                      <a:r>
                        <a:rPr lang="en-US" sz="2200" kern="1200" baseline="0" dirty="0">
                          <a:effectLst/>
                        </a:rPr>
                        <a:t> </a:t>
                      </a:r>
                      <a:r>
                        <a:rPr lang="en-US" sz="2200" kern="1200" baseline="0" dirty="0" err="1">
                          <a:effectLst/>
                        </a:rPr>
                        <a:t>Penelitian</a:t>
                      </a:r>
                      <a:r>
                        <a:rPr lang="en-US" sz="2200" kern="1200" baseline="0" dirty="0">
                          <a:effectLst/>
                        </a:rPr>
                        <a:t>:</a:t>
                      </a: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 </a:t>
                      </a:r>
                      <a:r>
                        <a:rPr lang="en-US" sz="1800" kern="1200" baseline="0" dirty="0" err="1">
                          <a:effectLst/>
                        </a:rPr>
                        <a:t>Metode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Penelitian</a:t>
                      </a:r>
                      <a:endParaRPr lang="en-US" sz="1800" kern="1200" baseline="0" dirty="0">
                        <a:effectLst/>
                      </a:endParaRP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 </a:t>
                      </a:r>
                      <a:r>
                        <a:rPr lang="en-US" sz="1800" kern="1200" baseline="0" dirty="0" err="1">
                          <a:effectLst/>
                        </a:rPr>
                        <a:t>Metode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Pengumpulan</a:t>
                      </a:r>
                      <a:r>
                        <a:rPr lang="en-US" sz="1800" kern="1200" baseline="0" dirty="0">
                          <a:effectLst/>
                        </a:rPr>
                        <a:t> Data</a:t>
                      </a: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 </a:t>
                      </a:r>
                      <a:r>
                        <a:rPr lang="en-US" sz="1800" kern="1200" baseline="0" dirty="0" err="1">
                          <a:effectLst/>
                        </a:rPr>
                        <a:t>Metode</a:t>
                      </a:r>
                      <a:r>
                        <a:rPr lang="id-ID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Analisis</a:t>
                      </a:r>
                      <a:r>
                        <a:rPr lang="en-US" sz="1800" kern="1200" baseline="0" dirty="0">
                          <a:effectLst/>
                        </a:rPr>
                        <a:t> Data</a:t>
                      </a:r>
                    </a:p>
                    <a:p>
                      <a:r>
                        <a:rPr lang="id-ID" sz="1800" kern="1200" baseline="0" dirty="0">
                          <a:effectLst/>
                        </a:rPr>
                        <a:t>    </a:t>
                      </a:r>
                      <a:r>
                        <a:rPr lang="en-US" sz="1800" kern="1200" baseline="0" dirty="0">
                          <a:effectLst/>
                        </a:rPr>
                        <a:t>- </a:t>
                      </a:r>
                      <a:r>
                        <a:rPr lang="en-US" sz="1800" kern="1200" baseline="0" dirty="0" err="1">
                          <a:effectLst/>
                        </a:rPr>
                        <a:t>Metode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Pengukuran</a:t>
                      </a:r>
                      <a:r>
                        <a:rPr lang="en-US" sz="1800" kern="1200" baseline="0" dirty="0">
                          <a:effectLst/>
                        </a:rPr>
                        <a:t> </a:t>
                      </a:r>
                      <a:r>
                        <a:rPr lang="en-US" sz="1800" kern="1200" baseline="0" dirty="0" err="1">
                          <a:effectLst/>
                        </a:rPr>
                        <a:t>Penelitian</a:t>
                      </a:r>
                      <a:endParaRPr lang="en-US" sz="1800" b="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791">
                <a:tc vMerge="1">
                  <a:txBody>
                    <a:bodyPr/>
                    <a:lstStyle/>
                    <a:p>
                      <a:endParaRPr lang="en-US" sz="2200" b="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kern="1200" baseline="0">
                          <a:effectLst/>
                        </a:rPr>
                        <a:t>4. </a:t>
                      </a:r>
                      <a:r>
                        <a:rPr lang="en-US" sz="2200" kern="1200" baseline="0" err="1">
                          <a:effectLst/>
                        </a:rPr>
                        <a:t>Analisis</a:t>
                      </a:r>
                      <a:r>
                        <a:rPr lang="en-US" sz="2200" kern="1200" baseline="0">
                          <a:effectLst/>
                        </a:rPr>
                        <a:t> </a:t>
                      </a:r>
                      <a:r>
                        <a:rPr lang="en-US" sz="2200" kern="1200" baseline="0" err="1">
                          <a:effectLst/>
                        </a:rPr>
                        <a:t>Hasil</a:t>
                      </a:r>
                      <a:r>
                        <a:rPr lang="en-US" sz="2200" kern="1200" baseline="0">
                          <a:effectLst/>
                        </a:rPr>
                        <a:t> </a:t>
                      </a:r>
                      <a:r>
                        <a:rPr lang="en-US" sz="2200" kern="1200" baseline="0" err="1">
                          <a:effectLst/>
                        </a:rPr>
                        <a:t>dan</a:t>
                      </a:r>
                      <a:r>
                        <a:rPr lang="en-US" sz="2200" kern="1200" baseline="0">
                          <a:effectLst/>
                        </a:rPr>
                        <a:t> </a:t>
                      </a:r>
                      <a:r>
                        <a:rPr lang="en-US" sz="2200" kern="1200" baseline="0" err="1">
                          <a:effectLst/>
                        </a:rPr>
                        <a:t>Pembahasan</a:t>
                      </a:r>
                      <a:endParaRPr lang="en-US" sz="2200" b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>
                          <a:effectLst/>
                        </a:rPr>
                        <a:t>4. </a:t>
                      </a:r>
                      <a:r>
                        <a:rPr lang="en-US" sz="2400" b="1" kern="1200" baseline="0" dirty="0" err="1">
                          <a:solidFill>
                            <a:srgbClr val="C00000"/>
                          </a:solidFill>
                          <a:effectLst/>
                        </a:rPr>
                        <a:t>Kesimpulan</a:t>
                      </a:r>
                      <a:endParaRPr lang="en-US" sz="2400" b="1" dirty="0">
                        <a:solidFill>
                          <a:srgbClr val="C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kern="1200" baseline="0" dirty="0">
                          <a:effectLst/>
                        </a:rPr>
                        <a:t>5. </a:t>
                      </a:r>
                      <a:r>
                        <a:rPr lang="en-US" sz="2200" kern="1200" baseline="0" dirty="0" err="1">
                          <a:effectLst/>
                        </a:rPr>
                        <a:t>Kesimpulan</a:t>
                      </a:r>
                      <a:r>
                        <a:rPr lang="en-US" sz="2200" kern="1200" baseline="0" dirty="0">
                          <a:effectLst/>
                        </a:rPr>
                        <a:t> </a:t>
                      </a:r>
                      <a:r>
                        <a:rPr lang="en-US" sz="2200" kern="1200" baseline="0" dirty="0" err="1">
                          <a:effectLst/>
                        </a:rPr>
                        <a:t>dan</a:t>
                      </a:r>
                      <a:r>
                        <a:rPr lang="en-US" sz="2200" kern="1200" baseline="0" dirty="0">
                          <a:effectLst/>
                        </a:rPr>
                        <a:t> Saran</a:t>
                      </a:r>
                      <a:endParaRPr lang="en-US" sz="2200" b="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Tahapan Penelitian Umum vs Tesis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F2E10-F2DC-4944-858B-CB05BF2D1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08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2.2 Tahapan </a:t>
            </a:r>
            <a:r>
              <a:rPr lang="en-US" sz="4000" dirty="0" err="1"/>
              <a:t>Penelitian</a:t>
            </a:r>
            <a:r>
              <a:rPr lang="en-US" sz="4000" dirty="0"/>
              <a:t> Computing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AE9B3-FF43-4857-8226-80D38404F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70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914400"/>
            <a:ext cx="8458200" cy="5095220"/>
          </a:xfrm>
          <a:prstGeom prst="roundRect">
            <a:avLst/>
          </a:prstGeom>
          <a:solidFill>
            <a:srgbClr val="E5F2FB"/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effectLst/>
              </a:rPr>
              <a:t>Literature Review</a:t>
            </a: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14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809625" y="1600200"/>
          <a:ext cx="7524750" cy="411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Tahapan </a:t>
            </a:r>
            <a:r>
              <a:rPr lang="en-US" dirty="0" err="1"/>
              <a:t>Penelitian</a:t>
            </a:r>
            <a:r>
              <a:rPr lang="en-US" dirty="0"/>
              <a:t> Computing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960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effectLst/>
              </a:rPr>
              <a:t>*https://www.site.uottawa.ca/~bochmann/dsrg/how-to-do-good-research/</a:t>
            </a:r>
          </a:p>
          <a:p>
            <a:r>
              <a:rPr lang="en-US" sz="1400" i="1" dirty="0">
                <a:effectLst/>
              </a:rPr>
              <a:t>*http://romisatriawahono.net/2013/01/23/tahapan-memulai-penelitian-untuk-mahasiswa-galau/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F70204-62B1-46C0-B753-A0716935C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50"/>
            <a:ext cx="8439150" cy="51240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Ingat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mata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kuliah</a:t>
            </a:r>
            <a:r>
              <a:rPr lang="en-US" dirty="0">
                <a:solidFill>
                  <a:srgbClr val="C00000"/>
                </a:solidFill>
              </a:rPr>
              <a:t> yang </a:t>
            </a:r>
            <a:r>
              <a:rPr lang="en-US" dirty="0" err="1">
                <a:solidFill>
                  <a:srgbClr val="C00000"/>
                </a:solidFill>
              </a:rPr>
              <a:t>sudah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terima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di </a:t>
            </a:r>
            <a:r>
              <a:rPr lang="en-US" dirty="0" err="1"/>
              <a:t>perkuliahan</a:t>
            </a:r>
            <a:endParaRPr lang="en-US" dirty="0"/>
          </a:p>
          <a:p>
            <a:r>
              <a:rPr lang="en-US" dirty="0" err="1">
                <a:solidFill>
                  <a:srgbClr val="C00000"/>
                </a:solidFill>
              </a:rPr>
              <a:t>Bidang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penelitian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di </a:t>
            </a:r>
            <a:r>
              <a:rPr lang="en-US" dirty="0" err="1"/>
              <a:t>disiplin</a:t>
            </a:r>
            <a:r>
              <a:rPr lang="en-US" dirty="0"/>
              <a:t> computing: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passion! </a:t>
            </a:r>
          </a:p>
          <a:p>
            <a:endParaRPr lang="en-US" dirty="0"/>
          </a:p>
          <a:p>
            <a:r>
              <a:rPr lang="en-US" dirty="0" err="1">
                <a:solidFill>
                  <a:srgbClr val="C00000"/>
                </a:solidFill>
              </a:rPr>
              <a:t>Contoh</a:t>
            </a:r>
            <a:r>
              <a:rPr lang="en-US" dirty="0"/>
              <a:t>: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Software Engineering (SE)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1"/>
            <a:ext cx="8515350" cy="711650"/>
          </a:xfrm>
        </p:spPr>
        <p:txBody>
          <a:bodyPr>
            <a:normAutofit/>
          </a:bodyPr>
          <a:lstStyle/>
          <a:p>
            <a:r>
              <a:rPr lang="en-US" dirty="0"/>
              <a:t>1. Penentuan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90600" y="2743200"/>
          <a:ext cx="6096000" cy="18542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Software Engineering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Mining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Image Processing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Vision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Networking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 Computer Interaction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Soft Computing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Information Retrieval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Bioinformatics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dsb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C91-BDEC-47AB-B020-E3914470D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65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43000"/>
            <a:ext cx="813435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Searching</a:t>
            </a:r>
            <a:r>
              <a:rPr lang="en-US" dirty="0"/>
              <a:t> di </a:t>
            </a:r>
            <a:r>
              <a:rPr lang="en-US" dirty="0" err="1"/>
              <a:t>google</a:t>
            </a:r>
            <a:r>
              <a:rPr lang="en-US" dirty="0"/>
              <a:t>, </a:t>
            </a:r>
            <a:r>
              <a:rPr lang="en-US" dirty="0" err="1"/>
              <a:t>google</a:t>
            </a:r>
            <a:r>
              <a:rPr lang="en-US" dirty="0"/>
              <a:t> scholar, ACM, IEEE Explore, </a:t>
            </a:r>
            <a:r>
              <a:rPr lang="en-US" dirty="0" err="1"/>
              <a:t>ScienceDirect.Com</a:t>
            </a:r>
            <a:r>
              <a:rPr lang="en-US" dirty="0"/>
              <a:t>:</a:t>
            </a:r>
          </a:p>
          <a:p>
            <a:pPr lvl="1"/>
            <a:r>
              <a:rPr lang="id-ID" dirty="0" err="1"/>
              <a:t>research</a:t>
            </a:r>
            <a:r>
              <a:rPr lang="id-ID" dirty="0"/>
              <a:t> </a:t>
            </a:r>
            <a:r>
              <a:rPr lang="id-ID" dirty="0" err="1">
                <a:solidFill>
                  <a:srgbClr val="0070C0"/>
                </a:solidFill>
              </a:rPr>
              <a:t>trends</a:t>
            </a:r>
            <a:r>
              <a:rPr lang="en-US" dirty="0">
                <a:solidFill>
                  <a:srgbClr val="0070C0"/>
                </a:solidFill>
              </a:rPr>
              <a:t> challenge topics</a:t>
            </a:r>
            <a:r>
              <a:rPr lang="id-ID" dirty="0">
                <a:solidFill>
                  <a:srgbClr val="0070C0"/>
                </a:solidFill>
              </a:rPr>
              <a:t> </a:t>
            </a:r>
            <a:r>
              <a:rPr lang="id-ID" dirty="0"/>
              <a:t>on</a:t>
            </a:r>
            <a:r>
              <a:rPr lang="en-US" dirty="0"/>
              <a:t> NAMA BIDANG</a:t>
            </a:r>
          </a:p>
          <a:p>
            <a:r>
              <a:rPr lang="id-ID" dirty="0"/>
              <a:t>Cara lain menemukan topik adalah dengan </a:t>
            </a:r>
            <a:r>
              <a:rPr lang="id-ID" dirty="0">
                <a:solidFill>
                  <a:srgbClr val="C00000"/>
                </a:solidFill>
              </a:rPr>
              <a:t>menemukan </a:t>
            </a:r>
            <a:r>
              <a:rPr lang="id-ID" dirty="0" err="1">
                <a:solidFill>
                  <a:srgbClr val="C00000"/>
                </a:solidFill>
              </a:rPr>
              <a:t>review</a:t>
            </a:r>
            <a:r>
              <a:rPr lang="id-ID" dirty="0">
                <a:solidFill>
                  <a:srgbClr val="C00000"/>
                </a:solidFill>
              </a:rPr>
              <a:t> </a:t>
            </a:r>
            <a:r>
              <a:rPr lang="id-ID" dirty="0" err="1">
                <a:solidFill>
                  <a:srgbClr val="C00000"/>
                </a:solidFill>
              </a:rPr>
              <a:t>paper</a:t>
            </a:r>
            <a:r>
              <a:rPr lang="id-ID" dirty="0"/>
              <a:t>, karena </a:t>
            </a:r>
            <a:r>
              <a:rPr lang="id-ID" dirty="0" err="1"/>
              <a:t>review</a:t>
            </a:r>
            <a:r>
              <a:rPr lang="id-ID" dirty="0"/>
              <a:t> </a:t>
            </a:r>
            <a:r>
              <a:rPr lang="id-ID" dirty="0" err="1"/>
              <a:t>paper</a:t>
            </a:r>
            <a:r>
              <a:rPr lang="id-ID" dirty="0"/>
              <a:t> pasti membahas satu topik penelitian</a:t>
            </a:r>
          </a:p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id-ID" dirty="0" err="1">
                <a:solidFill>
                  <a:srgbClr val="C00000"/>
                </a:solidFill>
              </a:rPr>
              <a:t>ontoh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</a:t>
            </a:r>
            <a:r>
              <a:rPr lang="id-ID" dirty="0"/>
              <a:t>ari </a:t>
            </a:r>
            <a:r>
              <a:rPr lang="en-US" dirty="0"/>
              <a:t>paper-paper survey </a:t>
            </a:r>
            <a:r>
              <a:rPr lang="en-US" dirty="0" err="1"/>
              <a:t>dan</a:t>
            </a:r>
            <a:r>
              <a:rPr lang="en-US" dirty="0"/>
              <a:t> review </a:t>
            </a:r>
            <a:r>
              <a:rPr lang="en-US" dirty="0" err="1"/>
              <a:t>tentang</a:t>
            </a:r>
            <a:r>
              <a:rPr lang="en-US" dirty="0"/>
              <a:t> software engineering,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trend </a:t>
            </a:r>
            <a:r>
              <a:rPr lang="en-US" dirty="0" err="1">
                <a:solidFill>
                  <a:srgbClr val="0070C0"/>
                </a:solidFill>
              </a:rPr>
              <a:t>penelitian</a:t>
            </a:r>
            <a:r>
              <a:rPr lang="en-US" dirty="0">
                <a:solidFill>
                  <a:srgbClr val="0070C0"/>
                </a:solidFill>
              </a:rPr>
              <a:t> di </a:t>
            </a:r>
            <a:r>
              <a:rPr lang="en-US" dirty="0" err="1">
                <a:solidFill>
                  <a:srgbClr val="0070C0"/>
                </a:solidFill>
              </a:rPr>
              <a:t>bidang</a:t>
            </a:r>
            <a:r>
              <a:rPr lang="en-US" dirty="0">
                <a:solidFill>
                  <a:srgbClr val="0070C0"/>
                </a:solidFill>
              </a:rPr>
              <a:t> SE</a:t>
            </a:r>
            <a:r>
              <a:rPr lang="en-US" dirty="0"/>
              <a:t>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Autonomic Computing or Self Adaptive Software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Software Effort/Cost Estimation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Software Defect Prediction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Software Process Improvement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Service Oriented Architecture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Soft Computing Applications in Software Testing, Design, Requirement Engineering, Product Lines,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S</a:t>
            </a:r>
            <a:r>
              <a:rPr lang="id-ID" dirty="0" err="1"/>
              <a:t>aya</a:t>
            </a:r>
            <a:r>
              <a:rPr lang="id-ID" dirty="0"/>
              <a:t> mengambil topik penelitian</a:t>
            </a:r>
            <a:r>
              <a:rPr lang="en-US" dirty="0"/>
              <a:t>: </a:t>
            </a:r>
            <a:r>
              <a:rPr lang="id-ID" dirty="0" err="1">
                <a:solidFill>
                  <a:srgbClr val="0070C0"/>
                </a:solidFill>
              </a:rPr>
              <a:t>Software</a:t>
            </a:r>
            <a:r>
              <a:rPr lang="id-ID" dirty="0">
                <a:solidFill>
                  <a:srgbClr val="0070C0"/>
                </a:solidFill>
              </a:rPr>
              <a:t> </a:t>
            </a:r>
            <a:r>
              <a:rPr lang="id-ID" dirty="0" err="1">
                <a:solidFill>
                  <a:srgbClr val="0070C0"/>
                </a:solidFill>
              </a:rPr>
              <a:t>Defect</a:t>
            </a:r>
            <a:r>
              <a:rPr lang="id-ID" dirty="0">
                <a:solidFill>
                  <a:srgbClr val="0070C0"/>
                </a:solidFill>
              </a:rPr>
              <a:t> </a:t>
            </a:r>
            <a:r>
              <a:rPr lang="id-ID" dirty="0" err="1">
                <a:solidFill>
                  <a:srgbClr val="0070C0"/>
                </a:solidFill>
              </a:rPr>
              <a:t>Prediction</a:t>
            </a:r>
            <a:endParaRPr lang="id-ID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Penentuan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78C35-0C59-4896-A637-A524CF231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63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509514" y="1120976"/>
          <a:ext cx="8134350" cy="4695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1"/>
            <a:ext cx="8286750" cy="685800"/>
          </a:xfrm>
        </p:spPr>
        <p:txBody>
          <a:bodyPr>
            <a:normAutofit/>
          </a:bodyPr>
          <a:lstStyle/>
          <a:p>
            <a:r>
              <a:rPr lang="en-US" dirty="0"/>
              <a:t>Software Engineering Research Trends</a:t>
            </a:r>
            <a:endParaRPr lang="id-ID" dirty="0"/>
          </a:p>
        </p:txBody>
      </p:sp>
      <p:sp>
        <p:nvSpPr>
          <p:cNvPr id="4" name="TextBox 3"/>
          <p:cNvSpPr txBox="1"/>
          <p:nvPr/>
        </p:nvSpPr>
        <p:spPr>
          <a:xfrm>
            <a:off x="1342422" y="5891774"/>
            <a:ext cx="7462911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1600" i="1" dirty="0">
                <a:effectLst/>
                <a:latin typeface="+mn-lt"/>
              </a:rPr>
              <a:t>* Resources: - Survey Papers from </a:t>
            </a:r>
            <a:r>
              <a:rPr lang="en-US" sz="1600" i="1" dirty="0" err="1">
                <a:effectLst/>
                <a:latin typeface="+mn-lt"/>
              </a:rPr>
              <a:t>ScienceDirect</a:t>
            </a:r>
            <a:r>
              <a:rPr lang="en-US" sz="1600" i="1" dirty="0">
                <a:effectLst/>
                <a:latin typeface="+mn-lt"/>
              </a:rPr>
              <a:t>, </a:t>
            </a:r>
            <a:r>
              <a:rPr lang="en-US" sz="1600" i="1" dirty="0" err="1">
                <a:effectLst/>
                <a:latin typeface="+mn-lt"/>
              </a:rPr>
              <a:t>SpringerLink</a:t>
            </a:r>
            <a:r>
              <a:rPr lang="en-US" sz="1600" i="1" dirty="0">
                <a:effectLst/>
                <a:latin typeface="+mn-lt"/>
              </a:rPr>
              <a:t>, and IEEE Explore</a:t>
            </a:r>
          </a:p>
          <a:p>
            <a:pPr algn="l"/>
            <a:r>
              <a:rPr lang="en-US" sz="1600" i="1" dirty="0">
                <a:effectLst/>
                <a:latin typeface="+mn-lt"/>
              </a:rPr>
              <a:t>	   - Publication Year: 2011-2014</a:t>
            </a:r>
            <a:endParaRPr lang="id-ID" sz="1600" i="1" dirty="0">
              <a:effectLst/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C552A-2A9F-4B42-85BD-FEB8582DB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63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8058150" cy="4887914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 err="1"/>
              <a:t>Estimasi</a:t>
            </a:r>
            <a:r>
              <a:rPr lang="en-US" sz="2800" dirty="0"/>
              <a:t> (Estimation)</a:t>
            </a:r>
            <a:endParaRPr lang="id-ID" sz="2800" dirty="0"/>
          </a:p>
          <a:p>
            <a:pPr marL="801687" lvl="1" indent="-514350" algn="just"/>
            <a:r>
              <a:rPr lang="en-US" sz="2400" dirty="0"/>
              <a:t>Neural Network, Multiple Linear Regression, </a:t>
            </a:r>
            <a:r>
              <a:rPr lang="en-US" sz="2400" dirty="0" err="1"/>
              <a:t>dsb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err="1"/>
              <a:t>Prediksi</a:t>
            </a:r>
            <a:r>
              <a:rPr lang="en-US" sz="2800" dirty="0"/>
              <a:t> (Prediction):</a:t>
            </a:r>
          </a:p>
          <a:p>
            <a:pPr marL="863600" lvl="1" indent="-514350" algn="just"/>
            <a:r>
              <a:rPr lang="en-US" sz="2400" dirty="0"/>
              <a:t>Neural Network, </a:t>
            </a:r>
            <a:r>
              <a:rPr lang="en-US" sz="2400" dirty="0" err="1"/>
              <a:t>Multipl</a:t>
            </a:r>
            <a:r>
              <a:rPr lang="id-ID" sz="2400" dirty="0"/>
              <a:t>e </a:t>
            </a:r>
            <a:r>
              <a:rPr lang="en-US" sz="2400" dirty="0"/>
              <a:t>Linear Regression, </a:t>
            </a:r>
            <a:r>
              <a:rPr lang="id-ID" sz="2400" dirty="0"/>
              <a:t>SVM, </a:t>
            </a:r>
            <a:r>
              <a:rPr lang="en-US" sz="2400" dirty="0" err="1"/>
              <a:t>dsb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/>
              <a:t>Klasifikasi (Classification): </a:t>
            </a:r>
          </a:p>
          <a:p>
            <a:pPr marL="914400" lvl="1" indent="-514350" algn="just"/>
            <a:r>
              <a:rPr lang="en-US" sz="2400" dirty="0"/>
              <a:t>CART, K-NN, ID3, C4.5, </a:t>
            </a:r>
            <a:r>
              <a:rPr lang="en-US" sz="2400" dirty="0" err="1"/>
              <a:t>dsb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err="1"/>
              <a:t>Pengelompokan</a:t>
            </a:r>
            <a:r>
              <a:rPr lang="en-US" sz="2800" dirty="0"/>
              <a:t> (Clustering):</a:t>
            </a:r>
          </a:p>
          <a:p>
            <a:pPr marL="914400" lvl="1" indent="-514350" algn="just"/>
            <a:r>
              <a:rPr lang="en-US" sz="2400" dirty="0"/>
              <a:t>K-Means,</a:t>
            </a:r>
            <a:r>
              <a:rPr lang="id-ID" sz="2400" dirty="0"/>
              <a:t> Fuzzy C-Means, SOM, K-Medoids</a:t>
            </a:r>
            <a:r>
              <a:rPr lang="en-US" sz="2400" dirty="0"/>
              <a:t>, </a:t>
            </a:r>
            <a:r>
              <a:rPr lang="en-US" sz="2400" dirty="0" err="1"/>
              <a:t>dsb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err="1"/>
              <a:t>Asosiasi</a:t>
            </a:r>
            <a:r>
              <a:rPr lang="en-US" sz="2800" dirty="0"/>
              <a:t> (Association):</a:t>
            </a:r>
          </a:p>
          <a:p>
            <a:pPr marL="914400" lvl="1" indent="-514350" algn="just"/>
            <a:r>
              <a:rPr lang="id-ID" sz="2400" dirty="0"/>
              <a:t>Apriori, FP-Growth, </a:t>
            </a:r>
            <a:r>
              <a:rPr lang="en-US" sz="2400" dirty="0" err="1"/>
              <a:t>dsb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endParaRPr lang="en-US" sz="2800" dirty="0"/>
          </a:p>
          <a:p>
            <a:pPr marL="514350" indent="-514350" algn="just">
              <a:buFont typeface="+mj-lt"/>
              <a:buAutoNum type="arabicPeriod"/>
            </a:pPr>
            <a:endParaRPr lang="id-ID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4AFA8-D164-4E0C-A935-C2E5F85C8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40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d-ID" sz="3600" dirty="0"/>
              <a:t>Image Restoration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600" dirty="0"/>
              <a:t>Image Compression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600" dirty="0"/>
              <a:t>Biometrics:</a:t>
            </a:r>
          </a:p>
          <a:p>
            <a:pPr marL="801687" lvl="1" indent="-514350"/>
            <a:r>
              <a:rPr lang="id-ID" sz="2800" dirty="0"/>
              <a:t>Face/Fingerprint/Iris Identification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600" dirty="0"/>
              <a:t>Real Application:</a:t>
            </a:r>
          </a:p>
          <a:p>
            <a:pPr marL="801687" lvl="1" indent="-514350">
              <a:buFont typeface="+mj-lt"/>
              <a:buAutoNum type="arabicPeriod"/>
            </a:pPr>
            <a:r>
              <a:rPr lang="id-ID" sz="3200" dirty="0"/>
              <a:t>Car Plate Identification</a:t>
            </a:r>
          </a:p>
          <a:p>
            <a:pPr marL="801687" lvl="1" indent="-514350">
              <a:buFont typeface="+mj-lt"/>
              <a:buAutoNum type="arabicPeriod"/>
            </a:pPr>
            <a:r>
              <a:rPr lang="id-ID" sz="3200" dirty="0"/>
              <a:t>Vehicle Motion Detection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0500"/>
            <a:ext cx="8561387" cy="647700"/>
          </a:xfrm>
        </p:spPr>
        <p:txBody>
          <a:bodyPr>
            <a:normAutofit/>
          </a:bodyPr>
          <a:lstStyle/>
          <a:p>
            <a:r>
              <a:rPr lang="id-ID" dirty="0"/>
              <a:t>Image Processing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5D340-ADF2-478B-A35C-0DC6DD677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25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05000"/>
            <a:ext cx="7886700" cy="42671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/>
              <a:t>Baca </a:t>
            </a:r>
            <a:r>
              <a:rPr lang="en-US" sz="3000" dirty="0" err="1"/>
              <a:t>artikel</a:t>
            </a:r>
            <a:r>
              <a:rPr lang="en-US" sz="3000" dirty="0"/>
              <a:t> </a:t>
            </a:r>
            <a:r>
              <a:rPr lang="en-US" sz="3000" dirty="0" err="1"/>
              <a:t>tentang</a:t>
            </a:r>
            <a:r>
              <a:rPr lang="en-US" sz="3000" dirty="0"/>
              <a:t> </a:t>
            </a:r>
            <a:r>
              <a:rPr lang="en-US" sz="3000" dirty="0" err="1"/>
              <a:t>tahapan</a:t>
            </a:r>
            <a:r>
              <a:rPr lang="en-US" sz="3000" dirty="0"/>
              <a:t> </a:t>
            </a:r>
            <a:r>
              <a:rPr lang="en-US" sz="3000" dirty="0" err="1"/>
              <a:t>memulai</a:t>
            </a:r>
            <a:r>
              <a:rPr lang="en-US" sz="3000" dirty="0"/>
              <a:t> </a:t>
            </a:r>
            <a:r>
              <a:rPr lang="en-US" sz="3000" dirty="0" err="1"/>
              <a:t>penelitian</a:t>
            </a:r>
            <a:r>
              <a:rPr lang="en-US" sz="3000" dirty="0"/>
              <a:t> </a:t>
            </a:r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dirty="0" err="1"/>
              <a:t>mahasiswa</a:t>
            </a:r>
            <a:r>
              <a:rPr lang="en-US" sz="3000" dirty="0"/>
              <a:t> </a:t>
            </a:r>
            <a:r>
              <a:rPr lang="en-US" sz="3000" dirty="0" err="1"/>
              <a:t>galau</a:t>
            </a:r>
            <a:r>
              <a:rPr lang="en-US" sz="3000" dirty="0"/>
              <a:t> di romisatriawahono.net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 err="1"/>
              <a:t>Tentukan</a:t>
            </a:r>
            <a:r>
              <a:rPr lang="en-US" sz="3000" dirty="0"/>
              <a:t> topic </a:t>
            </a:r>
            <a:r>
              <a:rPr lang="en-US" sz="3000" dirty="0" err="1"/>
              <a:t>penelitian</a:t>
            </a:r>
            <a:r>
              <a:rPr lang="en-US" sz="3000" dirty="0"/>
              <a:t> yang </a:t>
            </a:r>
            <a:r>
              <a:rPr lang="en-US" sz="3000" dirty="0" err="1"/>
              <a:t>kira-kira</a:t>
            </a:r>
            <a:r>
              <a:rPr lang="en-US" sz="3000" dirty="0"/>
              <a:t> </a:t>
            </a:r>
            <a:r>
              <a:rPr lang="en-US" sz="3000" dirty="0" err="1"/>
              <a:t>kita</a:t>
            </a:r>
            <a:r>
              <a:rPr lang="en-US" sz="3000" dirty="0"/>
              <a:t> </a:t>
            </a:r>
            <a:r>
              <a:rPr lang="en-US" sz="3000" dirty="0" err="1"/>
              <a:t>inginkan</a:t>
            </a:r>
            <a:r>
              <a:rPr lang="en-US" sz="3000" dirty="0"/>
              <a:t> </a:t>
            </a:r>
            <a:r>
              <a:rPr lang="en-US" sz="3000" dirty="0" err="1"/>
              <a:t>lewat</a:t>
            </a:r>
            <a:r>
              <a:rPr lang="en-US" sz="3000" dirty="0"/>
              <a:t> paper-paper di: </a:t>
            </a:r>
            <a:r>
              <a:rPr lang="id-ID" dirty="0">
                <a:solidFill>
                  <a:srgbClr val="C00000"/>
                </a:solidFill>
              </a:rPr>
              <a:t>http://romisatriawahono.net/lecture/rm/survey/</a:t>
            </a:r>
            <a:endParaRPr lang="en-US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Baca paper survey </a:t>
            </a:r>
            <a:r>
              <a:rPr lang="en-US" sz="3000" dirty="0" err="1"/>
              <a:t>dan</a:t>
            </a:r>
            <a:r>
              <a:rPr lang="en-US" sz="3000" dirty="0"/>
              <a:t> </a:t>
            </a:r>
            <a:r>
              <a:rPr lang="en-US" sz="3000" dirty="0" err="1"/>
              <a:t>rangkumkan</a:t>
            </a:r>
            <a:r>
              <a:rPr lang="en-US" sz="3000" dirty="0"/>
              <a:t> </a:t>
            </a:r>
            <a:r>
              <a:rPr lang="en-US" sz="3000" dirty="0" err="1"/>
              <a:t>dalam</a:t>
            </a:r>
            <a:r>
              <a:rPr lang="en-US" sz="3000" dirty="0"/>
              <a:t> </a:t>
            </a:r>
            <a:r>
              <a:rPr lang="en-US" sz="3000" dirty="0" err="1"/>
              <a:t>bentuk</a:t>
            </a:r>
            <a:r>
              <a:rPr lang="en-US" sz="3000" dirty="0"/>
              <a:t> slide</a:t>
            </a:r>
            <a:endParaRPr lang="id-ID" sz="3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Kumpulan Survey Paper di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Computing</a:t>
            </a:r>
            <a:endParaRPr lang="id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FAC32-7DC8-4E61-A9C8-39D1CF856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99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50"/>
            <a:ext cx="7886700" cy="5200650"/>
          </a:xfrm>
        </p:spPr>
        <p:txBody>
          <a:bodyPr>
            <a:normAutofit fontScale="92500" lnSpcReduction="20000"/>
          </a:bodyPr>
          <a:lstStyle/>
          <a:p>
            <a:r>
              <a:rPr lang="id-ID" dirty="0" err="1">
                <a:solidFill>
                  <a:srgbClr val="C00000"/>
                </a:solidFill>
              </a:rPr>
              <a:t>Searching</a:t>
            </a:r>
            <a:r>
              <a:rPr lang="id-ID" dirty="0">
                <a:solidFill>
                  <a:srgbClr val="C00000"/>
                </a:solidFill>
              </a:rPr>
              <a:t> </a:t>
            </a:r>
            <a:r>
              <a:rPr lang="id-ID" dirty="0"/>
              <a:t>di </a:t>
            </a:r>
            <a:r>
              <a:rPr lang="id-ID" dirty="0" err="1"/>
              <a:t>google</a:t>
            </a:r>
            <a:r>
              <a:rPr lang="id-ID" dirty="0"/>
              <a:t>, </a:t>
            </a:r>
            <a:r>
              <a:rPr lang="id-ID" dirty="0" err="1"/>
              <a:t>google</a:t>
            </a:r>
            <a:r>
              <a:rPr lang="id-ID" dirty="0"/>
              <a:t> </a:t>
            </a:r>
            <a:r>
              <a:rPr lang="id-ID" dirty="0" err="1"/>
              <a:t>scholar</a:t>
            </a:r>
            <a:r>
              <a:rPr lang="id-ID" dirty="0"/>
              <a:t>, </a:t>
            </a:r>
            <a:r>
              <a:rPr lang="id-ID" dirty="0" err="1"/>
              <a:t>ScienceDirect.Com</a:t>
            </a:r>
            <a:r>
              <a:rPr lang="id-ID" dirty="0"/>
              <a:t>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Survey review</a:t>
            </a:r>
            <a:r>
              <a:rPr lang="en-US" dirty="0"/>
              <a:t> </a:t>
            </a:r>
            <a:r>
              <a:rPr lang="id-ID" dirty="0"/>
              <a:t>on NAMA </a:t>
            </a:r>
            <a:r>
              <a:rPr lang="en-US" dirty="0"/>
              <a:t>TOPIK</a:t>
            </a:r>
          </a:p>
          <a:p>
            <a:pPr lvl="1"/>
            <a:r>
              <a:rPr lang="en-US">
                <a:solidFill>
                  <a:srgbClr val="0070C0"/>
                </a:solidFill>
              </a:rPr>
              <a:t>Research problem challenge </a:t>
            </a:r>
            <a:r>
              <a:rPr lang="en-US" dirty="0"/>
              <a:t>on NAMA TOPIK </a:t>
            </a:r>
            <a:endParaRPr lang="id-ID" dirty="0"/>
          </a:p>
          <a:p>
            <a:r>
              <a:rPr lang="en-US" dirty="0"/>
              <a:t>Dari “survey paper” yang </a:t>
            </a:r>
            <a:r>
              <a:rPr lang="en-US" dirty="0" err="1"/>
              <a:t>ditemukan</a:t>
            </a:r>
            <a:r>
              <a:rPr lang="en-US" dirty="0"/>
              <a:t>, </a:t>
            </a:r>
            <a:r>
              <a:rPr lang="en-US" dirty="0" err="1"/>
              <a:t>kejar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“technical paper”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referensinya</a:t>
            </a:r>
            <a:endParaRPr lang="en-US" dirty="0"/>
          </a:p>
          <a:p>
            <a:r>
              <a:rPr lang="en-US" dirty="0"/>
              <a:t>Dari </a:t>
            </a:r>
            <a:r>
              <a:rPr lang="en-US" dirty="0" err="1"/>
              <a:t>puluhan</a:t>
            </a:r>
            <a:r>
              <a:rPr lang="en-US" dirty="0"/>
              <a:t>/</a:t>
            </a:r>
            <a:r>
              <a:rPr lang="en-US" dirty="0" err="1"/>
              <a:t>ratusan</a:t>
            </a:r>
            <a:r>
              <a:rPr lang="en-US" dirty="0"/>
              <a:t>/</a:t>
            </a:r>
            <a:r>
              <a:rPr lang="en-US" dirty="0" err="1"/>
              <a:t>ribuan</a:t>
            </a:r>
            <a:r>
              <a:rPr lang="en-US" dirty="0"/>
              <a:t> paper yang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scanning</a:t>
            </a:r>
            <a:r>
              <a:rPr lang="en-US" dirty="0"/>
              <a:t>, </a:t>
            </a:r>
            <a:r>
              <a:rPr lang="en-US" dirty="0" err="1"/>
              <a:t>pilih</a:t>
            </a:r>
            <a:r>
              <a:rPr lang="en-US" dirty="0"/>
              <a:t> paper journal yang </a:t>
            </a:r>
            <a:r>
              <a:rPr lang="en-US" dirty="0" err="1">
                <a:solidFill>
                  <a:srgbClr val="C00000"/>
                </a:solidFill>
              </a:rPr>
              <a:t>terindeks</a:t>
            </a:r>
            <a:r>
              <a:rPr lang="en-US" dirty="0">
                <a:solidFill>
                  <a:srgbClr val="C00000"/>
                </a:solidFill>
              </a:rPr>
              <a:t> SCOPUS/ISI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3 </a:t>
            </a:r>
            <a:r>
              <a:rPr lang="en-US" dirty="0" err="1">
                <a:solidFill>
                  <a:srgbClr val="C00000"/>
                </a:solidFill>
              </a:rPr>
              <a:t>tahun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terakhir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peta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masalah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penelitian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paper-paper </a:t>
            </a:r>
            <a:r>
              <a:rPr lang="en-US" dirty="0" err="1"/>
              <a:t>itu</a:t>
            </a:r>
            <a:endParaRPr lang="en-US" dirty="0"/>
          </a:p>
          <a:p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Mendeley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mempermudah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kita</a:t>
            </a:r>
            <a:endParaRPr lang="en-US" dirty="0"/>
          </a:p>
          <a:p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satu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atau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dua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masalah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penelitian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anggap</a:t>
            </a:r>
            <a:r>
              <a:rPr lang="en-US" dirty="0"/>
              <a:t> </a:t>
            </a:r>
            <a:r>
              <a:rPr lang="en-US" dirty="0" err="1"/>
              <a:t>menarik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menantang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jadikan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kita</a:t>
            </a:r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3. Penentuan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972CB-9EFB-412F-A0AA-D5A92170A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50"/>
            <a:ext cx="7886700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8515350" cy="685803"/>
          </a:xfrm>
        </p:spPr>
        <p:txBody>
          <a:bodyPr>
            <a:normAutofit/>
          </a:bodyPr>
          <a:lstStyle/>
          <a:p>
            <a:pPr lvl="0"/>
            <a:r>
              <a:rPr lang="en-US" sz="4000" dirty="0" err="1"/>
              <a:t>Susun</a:t>
            </a:r>
            <a:r>
              <a:rPr lang="en-US" sz="4000" dirty="0"/>
              <a:t> Research Problem </a:t>
            </a:r>
            <a:r>
              <a:rPr lang="en-US" sz="4000" dirty="0" err="1"/>
              <a:t>dan</a:t>
            </a:r>
            <a:r>
              <a:rPr lang="en-US" sz="4000" dirty="0"/>
              <a:t> </a:t>
            </a:r>
            <a:r>
              <a:rPr lang="en-US" sz="4000" dirty="0" err="1"/>
              <a:t>Landasan</a:t>
            </a:r>
            <a:endParaRPr lang="id-ID" sz="4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8600" y="1143001"/>
          <a:ext cx="8686800" cy="54102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626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Masalah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Penelitian</a:t>
                      </a:r>
                      <a:endParaRPr lang="id-ID" sz="2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Landasan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Literatur</a:t>
                      </a:r>
                      <a:endParaRPr lang="id-ID" sz="2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341">
                <a:tc rowSpan="6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Data set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 </a:t>
                      </a:r>
                      <a:r>
                        <a:rPr lang="en-US" sz="1800" dirty="0" err="1">
                          <a:effectLst/>
                        </a:rPr>
                        <a:t>berdimensi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tinggi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memiliki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atribut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bersifat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noisy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dan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classnya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bersifat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tidak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seimbang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menyebabkan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penurunan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akurasi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</a:t>
                      </a:r>
                      <a:endParaRPr lang="id-ID" sz="24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There are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noisy data points </a:t>
                      </a:r>
                      <a:r>
                        <a:rPr lang="en-US" sz="1800" dirty="0">
                          <a:effectLst/>
                        </a:rPr>
                        <a:t>in the software defect data sets that can not be confidently assumed to be erroneous using such simple method </a:t>
                      </a:r>
                      <a:r>
                        <a:rPr lang="en-US" sz="1400" i="1" dirty="0">
                          <a:effectLst/>
                        </a:rPr>
                        <a:t>(Gray, Bowes, Davey, &amp; Christianson, 2011)</a:t>
                      </a:r>
                      <a:endParaRPr lang="id-ID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341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The performances of software defect prediction improved when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irrelevant and redundant attributes</a:t>
                      </a:r>
                      <a:r>
                        <a:rPr lang="en-US" sz="1800" dirty="0">
                          <a:effectLst/>
                        </a:rPr>
                        <a:t> are removed </a:t>
                      </a:r>
                      <a:r>
                        <a:rPr lang="en-US" sz="1400" i="1" dirty="0">
                          <a:effectLst/>
                        </a:rPr>
                        <a:t>(Wang, </a:t>
                      </a:r>
                      <a:r>
                        <a:rPr lang="en-US" sz="1400" i="1" dirty="0" err="1">
                          <a:effectLst/>
                        </a:rPr>
                        <a:t>Khoshgoftaar</a:t>
                      </a:r>
                      <a:r>
                        <a:rPr lang="en-US" sz="1400" i="1" dirty="0">
                          <a:effectLst/>
                        </a:rPr>
                        <a:t>, &amp; Napolitano, 2010)</a:t>
                      </a:r>
                      <a:endParaRPr lang="id-ID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341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The software defect prediction performance decreases significantly because the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dataset contains noisy attr</a:t>
                      </a:r>
                      <a:r>
                        <a:rPr lang="en-US" sz="1800" dirty="0">
                          <a:effectLst/>
                        </a:rPr>
                        <a:t>ibutes </a:t>
                      </a:r>
                      <a:r>
                        <a:rPr lang="en-US" sz="1400" i="1" dirty="0">
                          <a:effectLst/>
                        </a:rPr>
                        <a:t>(Kim, Zhang, Wu, &amp; Gong, 2011)</a:t>
                      </a:r>
                      <a:endParaRPr lang="id-ID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341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Software defect datasets have an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imbalanced nature </a:t>
                      </a:r>
                      <a:r>
                        <a:rPr lang="en-US" sz="1800" dirty="0">
                          <a:effectLst/>
                        </a:rPr>
                        <a:t>with very few defective modules compared to defect-free ones </a:t>
                      </a:r>
                      <a:r>
                        <a:rPr lang="en-US" sz="1400" i="1" dirty="0">
                          <a:effectLst/>
                        </a:rPr>
                        <a:t>(</a:t>
                      </a:r>
                      <a:r>
                        <a:rPr lang="en-US" sz="1400" i="1" dirty="0" err="1">
                          <a:effectLst/>
                        </a:rPr>
                        <a:t>Tosun</a:t>
                      </a:r>
                      <a:r>
                        <a:rPr lang="en-US" sz="1400" i="1" dirty="0">
                          <a:effectLst/>
                        </a:rPr>
                        <a:t>, </a:t>
                      </a:r>
                      <a:r>
                        <a:rPr lang="en-US" sz="1400" i="1" dirty="0" err="1">
                          <a:effectLst/>
                        </a:rPr>
                        <a:t>Bener</a:t>
                      </a:r>
                      <a:r>
                        <a:rPr lang="en-US" sz="1400" i="1" dirty="0">
                          <a:effectLst/>
                        </a:rPr>
                        <a:t>, </a:t>
                      </a:r>
                      <a:r>
                        <a:rPr lang="en-US" sz="1400" i="1" dirty="0" err="1">
                          <a:effectLst/>
                        </a:rPr>
                        <a:t>Turhan</a:t>
                      </a:r>
                      <a:r>
                        <a:rPr lang="en-US" sz="1400" i="1" dirty="0">
                          <a:effectLst/>
                        </a:rPr>
                        <a:t>, &amp; </a:t>
                      </a:r>
                      <a:r>
                        <a:rPr lang="en-US" sz="1400" i="1" dirty="0" err="1">
                          <a:effectLst/>
                        </a:rPr>
                        <a:t>Menzies</a:t>
                      </a:r>
                      <a:r>
                        <a:rPr lang="en-US" sz="1400" i="1" dirty="0">
                          <a:effectLst/>
                        </a:rPr>
                        <a:t>, 2010)</a:t>
                      </a:r>
                      <a:endParaRPr lang="id-ID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341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Imbalance</a:t>
                      </a:r>
                      <a:r>
                        <a:rPr lang="en-US" sz="1800" dirty="0">
                          <a:effectLst/>
                        </a:rPr>
                        <a:t> can lead to a model that is not practical in software defect prediction, because most instances will be predicted as non-defect prone </a:t>
                      </a:r>
                      <a:r>
                        <a:rPr lang="en-US" sz="1400" i="1" dirty="0">
                          <a:effectLst/>
                        </a:rPr>
                        <a:t>(</a:t>
                      </a:r>
                      <a:r>
                        <a:rPr lang="en-US" sz="1400" i="1" dirty="0" err="1">
                          <a:effectLst/>
                        </a:rPr>
                        <a:t>Khoshgoftaar</a:t>
                      </a:r>
                      <a:r>
                        <a:rPr lang="en-US" sz="1400" i="1" dirty="0">
                          <a:effectLst/>
                        </a:rPr>
                        <a:t>, Van </a:t>
                      </a:r>
                      <a:r>
                        <a:rPr lang="en-US" sz="1400" i="1" dirty="0" err="1">
                          <a:effectLst/>
                        </a:rPr>
                        <a:t>Hulse</a:t>
                      </a:r>
                      <a:r>
                        <a:rPr lang="en-US" sz="1400" i="1" dirty="0">
                          <a:effectLst/>
                        </a:rPr>
                        <a:t>, &amp; Napolitano, 2011)</a:t>
                      </a:r>
                      <a:endParaRPr lang="id-ID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228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Software fault prediction data sets are often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highly imbalanced </a:t>
                      </a:r>
                      <a:r>
                        <a:rPr lang="en-US" sz="1400" i="1" dirty="0">
                          <a:effectLst/>
                        </a:rPr>
                        <a:t>(Zhang &amp; Zhang, 2007)</a:t>
                      </a:r>
                      <a:endParaRPr lang="id-ID" sz="1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00" marR="655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575F9-45B0-46E8-9DDD-F8964AA57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81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Pahami</a:t>
            </a:r>
            <a:r>
              <a:rPr lang="en-US" dirty="0"/>
              <a:t> </a:t>
            </a:r>
            <a:r>
              <a:rPr lang="id-ID" dirty="0"/>
              <a:t>semua </a:t>
            </a:r>
            <a:r>
              <a:rPr lang="en-US" dirty="0"/>
              <a:t>paper </a:t>
            </a:r>
            <a:r>
              <a:rPr lang="id-ID" dirty="0"/>
              <a:t>penelitian yang tujuannya </a:t>
            </a:r>
            <a:r>
              <a:rPr lang="id-ID" dirty="0">
                <a:solidFill>
                  <a:srgbClr val="C00000"/>
                </a:solidFill>
              </a:rPr>
              <a:t>memecahkan masalah yang sama </a:t>
            </a:r>
            <a:r>
              <a:rPr lang="id-ID" dirty="0"/>
              <a:t>dengan yang kita </a:t>
            </a:r>
            <a:r>
              <a:rPr lang="en-US" dirty="0" err="1"/>
              <a:t>pilih</a:t>
            </a:r>
            <a:endParaRPr lang="en-US" dirty="0"/>
          </a:p>
          <a:p>
            <a:r>
              <a:rPr lang="id-ID" dirty="0"/>
              <a:t>Pahami </a:t>
            </a:r>
            <a:r>
              <a:rPr lang="id-ID" dirty="0">
                <a:solidFill>
                  <a:srgbClr val="C00000"/>
                </a:solidFill>
              </a:rPr>
              <a:t>metode/algoritma </a:t>
            </a:r>
            <a:r>
              <a:rPr lang="id-ID" dirty="0" err="1">
                <a:solidFill>
                  <a:srgbClr val="C00000"/>
                </a:solidFill>
              </a:rPr>
              <a:t>terkini</a:t>
            </a:r>
            <a:r>
              <a:rPr lang="id-ID" dirty="0">
                <a:solidFill>
                  <a:srgbClr val="C00000"/>
                </a:solidFill>
              </a:rPr>
              <a:t> </a:t>
            </a:r>
            <a:r>
              <a:rPr lang="id-ID" dirty="0"/>
              <a:t>yang mereka gunakan untuk memecahkan masalah penelitian mereka. Ini yang </a:t>
            </a:r>
            <a:r>
              <a:rPr lang="en-US" dirty="0"/>
              <a:t>di</a:t>
            </a:r>
            <a:r>
              <a:rPr lang="id-ID" dirty="0"/>
              <a:t>sebut dengan </a:t>
            </a:r>
            <a:r>
              <a:rPr lang="id-ID" dirty="0" err="1">
                <a:solidFill>
                  <a:srgbClr val="C00000"/>
                </a:solidFill>
              </a:rPr>
              <a:t>state-of-the-art</a:t>
            </a:r>
            <a:r>
              <a:rPr lang="id-ID" dirty="0">
                <a:solidFill>
                  <a:srgbClr val="C00000"/>
                </a:solidFill>
              </a:rPr>
              <a:t> </a:t>
            </a:r>
            <a:r>
              <a:rPr lang="id-ID" dirty="0" err="1">
                <a:solidFill>
                  <a:srgbClr val="C00000"/>
                </a:solidFill>
              </a:rPr>
              <a:t>method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id-ID" dirty="0"/>
              <a:t>Dalam bidang </a:t>
            </a:r>
            <a:r>
              <a:rPr lang="id-ID" dirty="0" err="1"/>
              <a:t>computing</a:t>
            </a:r>
            <a:r>
              <a:rPr lang="id-ID" dirty="0"/>
              <a:t>, metode biasanya berupa </a:t>
            </a:r>
            <a:r>
              <a:rPr lang="id-ID" dirty="0">
                <a:solidFill>
                  <a:srgbClr val="C00000"/>
                </a:solidFill>
              </a:rPr>
              <a:t>algoritma yang secara sistematis</a:t>
            </a:r>
            <a:r>
              <a:rPr lang="id-ID" dirty="0"/>
              <a:t>, logis dan matematis menyelesaikan masalah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US" dirty="0" err="1"/>
              <a:t>Perangkuman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Ada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0F685-48AC-45C5-8A27-2A852B9C2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56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454"/>
            <a:ext cx="8058150" cy="5021263"/>
          </a:xfrm>
        </p:spPr>
        <p:txBody>
          <a:bodyPr>
            <a:normAutofit lnSpcReduction="10000"/>
          </a:bodyPr>
          <a:lstStyle/>
          <a:p>
            <a:r>
              <a:rPr lang="en-US" sz="2700" dirty="0"/>
              <a:t>The </a:t>
            </a:r>
            <a:r>
              <a:rPr lang="en-US" sz="2700" dirty="0">
                <a:solidFill>
                  <a:srgbClr val="C00000"/>
                </a:solidFill>
              </a:rPr>
              <a:t>highest level of development</a:t>
            </a:r>
            <a:r>
              <a:rPr lang="en-US" sz="2700" dirty="0"/>
              <a:t>, as of a device, technique, or scientific field, achieved at a particular time</a:t>
            </a:r>
          </a:p>
          <a:p>
            <a:r>
              <a:rPr lang="en-US" sz="2700" dirty="0"/>
              <a:t>The </a:t>
            </a:r>
            <a:r>
              <a:rPr lang="en-US" sz="2700" dirty="0">
                <a:solidFill>
                  <a:srgbClr val="C00000"/>
                </a:solidFill>
              </a:rPr>
              <a:t>level of development </a:t>
            </a:r>
            <a:r>
              <a:rPr lang="en-US" sz="2700" dirty="0"/>
              <a:t>(as of a device, procedure, process, technique, or science) </a:t>
            </a:r>
            <a:r>
              <a:rPr lang="en-US" sz="2700" dirty="0">
                <a:solidFill>
                  <a:srgbClr val="C00000"/>
                </a:solidFill>
              </a:rPr>
              <a:t>reached</a:t>
            </a:r>
            <a:r>
              <a:rPr lang="en-US" sz="2700" dirty="0"/>
              <a:t> at any particular time usually as a result of modern methods  (</a:t>
            </a:r>
            <a:r>
              <a:rPr lang="en-US" sz="2700" i="1" dirty="0"/>
              <a:t>Merriam Webster Dictionary</a:t>
            </a:r>
            <a:r>
              <a:rPr lang="en-US" sz="2700" dirty="0"/>
              <a:t>)</a:t>
            </a:r>
            <a:endParaRPr lang="id-ID" sz="2700" dirty="0"/>
          </a:p>
          <a:p>
            <a:pPr lvl="1"/>
            <a:r>
              <a:rPr lang="en-US" sz="2300" dirty="0"/>
              <a:t>This machine is an example of </a:t>
            </a:r>
            <a:r>
              <a:rPr lang="en-US" sz="2300" dirty="0">
                <a:solidFill>
                  <a:srgbClr val="C00000"/>
                </a:solidFill>
              </a:rPr>
              <a:t>state-of-the-art</a:t>
            </a:r>
            <a:r>
              <a:rPr lang="en-US" sz="2300" dirty="0"/>
              <a:t> technology</a:t>
            </a:r>
          </a:p>
          <a:p>
            <a:pPr lvl="1"/>
            <a:r>
              <a:rPr lang="en-US" sz="2300" dirty="0"/>
              <a:t>The state of the art in this field is mostly related to the ABC technology</a:t>
            </a:r>
            <a:endParaRPr lang="en-US" sz="2700" dirty="0"/>
          </a:p>
          <a:p>
            <a:r>
              <a:rPr lang="id-ID" sz="2700" dirty="0"/>
              <a:t>A</a:t>
            </a:r>
            <a:r>
              <a:rPr lang="en-US" sz="2700" dirty="0"/>
              <a:t> concept used in the process of </a:t>
            </a:r>
            <a:r>
              <a:rPr lang="en-US" sz="2700" dirty="0">
                <a:solidFill>
                  <a:srgbClr val="C00000"/>
                </a:solidFill>
              </a:rPr>
              <a:t>assessing and asserting novelty and inventive step </a:t>
            </a:r>
            <a:r>
              <a:rPr lang="en-US" sz="2700" dirty="0"/>
              <a:t>(</a:t>
            </a:r>
            <a:r>
              <a:rPr lang="en-US" sz="2700" i="1" dirty="0"/>
              <a:t>European Patent Convention (EPC)</a:t>
            </a:r>
            <a:r>
              <a:rPr lang="en-US" sz="2700" dirty="0"/>
              <a:t>)</a:t>
            </a:r>
            <a:endParaRPr lang="id-ID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State</a:t>
            </a:r>
            <a:r>
              <a:rPr lang="id-ID" dirty="0"/>
              <a:t>-</a:t>
            </a:r>
            <a:r>
              <a:rPr lang="en-US" dirty="0"/>
              <a:t>of</a:t>
            </a:r>
            <a:r>
              <a:rPr lang="id-ID" dirty="0"/>
              <a:t>-</a:t>
            </a:r>
            <a:r>
              <a:rPr lang="en-US" dirty="0"/>
              <a:t>the</a:t>
            </a:r>
            <a:r>
              <a:rPr lang="id-ID" dirty="0"/>
              <a:t>-</a:t>
            </a:r>
            <a:r>
              <a:rPr lang="en-US" dirty="0"/>
              <a:t>Art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897E1-989B-4D3A-9B63-90490CFEB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93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State-of-the-Art </a:t>
            </a:r>
            <a:r>
              <a:rPr lang="id-ID" dirty="0" err="1"/>
              <a:t>Frameworks</a:t>
            </a:r>
            <a:r>
              <a:rPr lang="en-US" dirty="0"/>
              <a:t> in Software Defect Prediction</a:t>
            </a:r>
          </a:p>
        </p:txBody>
      </p:sp>
      <p:graphicFrame>
        <p:nvGraphicFramePr>
          <p:cNvPr id="4" name="Diagram 3"/>
          <p:cNvGraphicFramePr/>
          <p:nvPr>
            <p:extLst/>
          </p:nvPr>
        </p:nvGraphicFramePr>
        <p:xfrm>
          <a:off x="533400" y="2133600"/>
          <a:ext cx="81534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6F6A8-4706-4DC4-9ABD-DF5AEEEE0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73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686800" cy="762000"/>
          </a:xfrm>
        </p:spPr>
        <p:txBody>
          <a:bodyPr/>
          <a:lstStyle/>
          <a:p>
            <a:r>
              <a:rPr lang="id-ID" dirty="0"/>
              <a:t>Menzies Framework </a:t>
            </a:r>
            <a:r>
              <a:rPr lang="id-ID" sz="2000" dirty="0"/>
              <a:t>(Menzies et al. 2007)</a:t>
            </a:r>
            <a:endParaRPr lang="en-US" sz="2000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/>
          </p:nvPr>
        </p:nvGraphicFramePr>
        <p:xfrm>
          <a:off x="0" y="5821680"/>
          <a:ext cx="9144000" cy="103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Framework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Dataset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Data Preprocessor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itchFamily="34" charset="0"/>
                        </a:rPr>
                        <a:t>Feature </a:t>
                      </a:r>
                      <a:r>
                        <a:rPr lang="id-ID" sz="1400" baseline="0" dirty="0">
                          <a:latin typeface="Calibri" pitchFamily="34" charset="0"/>
                        </a:rPr>
                        <a:t>Selectors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itchFamily="34" charset="0"/>
                        </a:rPr>
                        <a:t>Meta-learning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Classifiers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Parameter Selectors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Validation Methods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Evaluation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Methods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(Menzies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et al. 2007)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NASA MDP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Log Filtering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itchFamily="34" charset="0"/>
                        </a:rPr>
                        <a:t>Info</a:t>
                      </a:r>
                      <a:r>
                        <a:rPr lang="en-US" sz="1400" b="1" baseline="0" dirty="0">
                          <a:latin typeface="Calibri" pitchFamily="34" charset="0"/>
                        </a:rPr>
                        <a:t> Gain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3 algorithm</a:t>
                      </a:r>
                      <a:r>
                        <a:rPr lang="en-US" sz="1400" b="1" dirty="0">
                          <a:latin typeface="Calibri" pitchFamily="34" charset="0"/>
                        </a:rPr>
                        <a:t>s</a:t>
                      </a:r>
                      <a:r>
                        <a:rPr lang="id-ID" sz="1400" b="1" baseline="0" dirty="0">
                          <a:latin typeface="Calibri" pitchFamily="34" charset="0"/>
                        </a:rPr>
                        <a:t/>
                      </a:r>
                      <a:br>
                        <a:rPr lang="id-ID" sz="1400" b="1" baseline="0" dirty="0">
                          <a:latin typeface="Calibri" pitchFamily="34" charset="0"/>
                        </a:rPr>
                      </a:br>
                      <a:r>
                        <a:rPr lang="id-ID" sz="1400" b="1" baseline="0" dirty="0">
                          <a:latin typeface="Calibri" pitchFamily="34" charset="0"/>
                        </a:rPr>
                        <a:t>(</a:t>
                      </a:r>
                      <a:r>
                        <a:rPr lang="id-ID" sz="1400" b="1" dirty="0">
                          <a:latin typeface="Calibri" pitchFamily="34" charset="0"/>
                        </a:rPr>
                        <a:t>DT, 1R, NB)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-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10-Fold X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Validation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ROC</a:t>
                      </a:r>
                      <a:r>
                        <a:rPr lang="id-ID" sz="1400" baseline="0" dirty="0">
                          <a:latin typeface="Calibri" pitchFamily="34" charset="0"/>
                        </a:rPr>
                        <a:t> Curve (</a:t>
                      </a:r>
                      <a:r>
                        <a:rPr lang="id-ID" sz="1400" dirty="0">
                          <a:latin typeface="Calibri" pitchFamily="34" charset="0"/>
                        </a:rPr>
                        <a:t>AUC)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600200" y="762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066800"/>
            <a:ext cx="6705600" cy="46531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2E55D-2BFF-4FDB-903E-4E728633B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06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686800" cy="762000"/>
          </a:xfrm>
        </p:spPr>
        <p:txBody>
          <a:bodyPr/>
          <a:lstStyle/>
          <a:p>
            <a:r>
              <a:rPr lang="nb-NO" dirty="0"/>
              <a:t>Lessmann Framework </a:t>
            </a:r>
            <a:r>
              <a:rPr lang="nb-NO" sz="2000" dirty="0"/>
              <a:t>(Lessmann et al. 2008) </a:t>
            </a:r>
            <a:endParaRPr lang="en-US" sz="20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Content Placeholder 4"/>
          <p:cNvGraphicFramePr>
            <a:graphicFrameLocks/>
          </p:cNvGraphicFramePr>
          <p:nvPr>
            <p:extLst/>
          </p:nvPr>
        </p:nvGraphicFramePr>
        <p:xfrm>
          <a:off x="0" y="5821680"/>
          <a:ext cx="9144000" cy="103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Framework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Dataset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Data Preprocessor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itchFamily="34" charset="0"/>
                        </a:rPr>
                        <a:t>Feature </a:t>
                      </a:r>
                      <a:r>
                        <a:rPr lang="id-ID" sz="1400" baseline="0" dirty="0">
                          <a:latin typeface="Calibri" pitchFamily="34" charset="0"/>
                        </a:rPr>
                        <a:t>Selectors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itchFamily="34" charset="0"/>
                        </a:rPr>
                        <a:t>Meta-learning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Classifiers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Parameter Selectors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Validation Methods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Evaluation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Methods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(Lessman et al. 2008)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NASA MDP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-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-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22</a:t>
                      </a:r>
                      <a:r>
                        <a:rPr lang="id-ID" sz="1400" b="1" baseline="0" dirty="0">
                          <a:latin typeface="Calibri" pitchFamily="34" charset="0"/>
                        </a:rPr>
                        <a:t> algorithm</a:t>
                      </a:r>
                      <a:r>
                        <a:rPr lang="en-US" sz="1400" b="1" baseline="0" dirty="0">
                          <a:latin typeface="Calibri" pitchFamily="34" charset="0"/>
                        </a:rPr>
                        <a:t>s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-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400">
                          <a:latin typeface="Calibri" pitchFamily="34" charset="0"/>
                        </a:rPr>
                        <a:t>10-Fold X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Validation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ROC Curve</a:t>
                      </a:r>
                      <a:br>
                        <a:rPr lang="id-ID" sz="1400" dirty="0">
                          <a:latin typeface="Calibri" pitchFamily="34" charset="0"/>
                        </a:rPr>
                      </a:br>
                      <a:r>
                        <a:rPr lang="id-ID" sz="1400" dirty="0">
                          <a:latin typeface="Calibri" pitchFamily="34" charset="0"/>
                        </a:rPr>
                        <a:t>(AUC)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08" y="1219200"/>
            <a:ext cx="8001000" cy="45466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E79F7-C4B8-4DAB-887A-DA4846D2F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00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Song Framework </a:t>
            </a:r>
            <a:r>
              <a:rPr lang="nb-NO" sz="2000" dirty="0"/>
              <a:t>(Song et al. 2011) </a:t>
            </a:r>
            <a:endParaRPr lang="en-US" sz="2000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/>
          </p:nvPr>
        </p:nvGraphicFramePr>
        <p:xfrm>
          <a:off x="0" y="5821680"/>
          <a:ext cx="9144000" cy="103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9501"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Framework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Dataset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Data Preprocessor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itchFamily="34" charset="0"/>
                        </a:rPr>
                        <a:t>Feature </a:t>
                      </a:r>
                      <a:r>
                        <a:rPr lang="id-ID" sz="1400" baseline="0" dirty="0">
                          <a:latin typeface="Calibri" pitchFamily="34" charset="0"/>
                        </a:rPr>
                        <a:t>Selectors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ri" pitchFamily="34" charset="0"/>
                        </a:rPr>
                        <a:t>Meta-learning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Classifiers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Parameter Selectors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Validation Methods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Evaluation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Methods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01"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(Song et al. 2011)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>
                          <a:latin typeface="Calibri" pitchFamily="34" charset="0"/>
                        </a:rPr>
                        <a:t>NASA MDP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Log Filtering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FS,</a:t>
                      </a:r>
                      <a:r>
                        <a:rPr lang="id-ID" sz="1400" b="1" baseline="0" dirty="0">
                          <a:latin typeface="Calibri" pitchFamily="34" charset="0"/>
                        </a:rPr>
                        <a:t> BE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3 algorithm</a:t>
                      </a:r>
                      <a:r>
                        <a:rPr lang="en-US" sz="1400" b="1" dirty="0">
                          <a:latin typeface="Calibri" pitchFamily="34" charset="0"/>
                        </a:rPr>
                        <a:t>s</a:t>
                      </a:r>
                      <a:r>
                        <a:rPr lang="id-ID" sz="1400" b="1" dirty="0">
                          <a:latin typeface="Calibri" pitchFamily="34" charset="0"/>
                        </a:rPr>
                        <a:t/>
                      </a:r>
                      <a:br>
                        <a:rPr lang="id-ID" sz="1400" b="1" dirty="0">
                          <a:latin typeface="Calibri" pitchFamily="34" charset="0"/>
                        </a:rPr>
                      </a:br>
                      <a:r>
                        <a:rPr lang="id-ID" sz="1400" b="1" baseline="0" dirty="0">
                          <a:latin typeface="Calibri" pitchFamily="34" charset="0"/>
                        </a:rPr>
                        <a:t> (</a:t>
                      </a:r>
                      <a:r>
                        <a:rPr lang="id-ID" sz="1400" b="1" dirty="0">
                          <a:latin typeface="Calibri" pitchFamily="34" charset="0"/>
                        </a:rPr>
                        <a:t>DT, 1R, NB)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400" b="1" dirty="0">
                          <a:latin typeface="Calibri" pitchFamily="34" charset="0"/>
                        </a:rPr>
                        <a:t>-</a:t>
                      </a:r>
                      <a:endParaRPr lang="en-US" sz="140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400">
                          <a:latin typeface="Calibri" pitchFamily="34" charset="0"/>
                        </a:rPr>
                        <a:t>10-Fold X</a:t>
                      </a:r>
                      <a:r>
                        <a:rPr lang="id-ID" sz="1400" baseline="0">
                          <a:latin typeface="Calibri" pitchFamily="34" charset="0"/>
                        </a:rPr>
                        <a:t> Validation</a:t>
                      </a:r>
                      <a:endParaRPr lang="en-US" sz="140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400" dirty="0">
                          <a:latin typeface="Calibri" pitchFamily="34" charset="0"/>
                        </a:rPr>
                        <a:t>ROC Curve (AUC)</a:t>
                      </a:r>
                      <a:endParaRPr lang="en-US" sz="1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90600"/>
            <a:ext cx="6781800" cy="47555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261F-834C-4309-B61F-A03A7282F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3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228600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id-ID" dirty="0" err="1"/>
              <a:t>Proposed</a:t>
            </a:r>
            <a:r>
              <a:rPr lang="en-US" dirty="0"/>
              <a:t/>
            </a:r>
            <a:br>
              <a:rPr lang="en-US" dirty="0"/>
            </a:br>
            <a:r>
              <a:rPr lang="id-ID" dirty="0" err="1"/>
              <a:t>Framewor</a:t>
            </a:r>
            <a:r>
              <a:rPr lang="en-US" dirty="0"/>
              <a:t>k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/>
          </p:nvPr>
        </p:nvGraphicFramePr>
        <p:xfrm>
          <a:off x="-2" y="4800600"/>
          <a:ext cx="9144002" cy="2057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Framework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Dataset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Data Preprocessor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libri" pitchFamily="34" charset="0"/>
                        </a:rPr>
                        <a:t>Feature 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Selectors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libri" pitchFamily="34" charset="0"/>
                        </a:rPr>
                        <a:t>Meta-Learning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Classifiers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Parameter Selectors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Validation Methods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Evaluation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Methods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(Menzies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et al. 2007)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NASA MDP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Log Filtering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libri" pitchFamily="34" charset="0"/>
                        </a:rPr>
                        <a:t>Info</a:t>
                      </a:r>
                      <a:r>
                        <a:rPr lang="en-US" sz="1050" baseline="0" dirty="0">
                          <a:latin typeface="Calibri" pitchFamily="34" charset="0"/>
                        </a:rPr>
                        <a:t> Gain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3 algorithm</a:t>
                      </a:r>
                      <a:r>
                        <a:rPr lang="id-ID" sz="1050" baseline="0">
                          <a:latin typeface="Calibri" pitchFamily="34" charset="0"/>
                        </a:rPr>
                        <a:t/>
                      </a:r>
                      <a:br>
                        <a:rPr lang="id-ID" sz="1050" baseline="0">
                          <a:latin typeface="Calibri" pitchFamily="34" charset="0"/>
                        </a:rPr>
                      </a:br>
                      <a:r>
                        <a:rPr lang="id-ID" sz="1050" baseline="0">
                          <a:latin typeface="Calibri" pitchFamily="34" charset="0"/>
                        </a:rPr>
                        <a:t>(</a:t>
                      </a:r>
                      <a:r>
                        <a:rPr lang="id-ID" sz="1050">
                          <a:latin typeface="Calibri" pitchFamily="34" charset="0"/>
                        </a:rPr>
                        <a:t>DT, 1R, NB)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-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>
                          <a:latin typeface="Calibri" pitchFamily="34" charset="0"/>
                        </a:rPr>
                        <a:t> Validation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ROC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Curve (</a:t>
                      </a:r>
                      <a:r>
                        <a:rPr lang="id-ID" sz="1050" dirty="0">
                          <a:latin typeface="Calibri" pitchFamily="34" charset="0"/>
                        </a:rPr>
                        <a:t>AUC)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(Lessman et al. 2008)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NASA MDP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22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algorithm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-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>
                          <a:latin typeface="Calibri" pitchFamily="34" charset="0"/>
                        </a:rPr>
                        <a:t> Validation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ROC Curve</a:t>
                      </a:r>
                      <a:br>
                        <a:rPr lang="id-ID" sz="1050">
                          <a:latin typeface="Calibri" pitchFamily="34" charset="0"/>
                        </a:rPr>
                      </a:br>
                      <a:r>
                        <a:rPr lang="id-ID" sz="1050">
                          <a:latin typeface="Calibri" pitchFamily="34" charset="0"/>
                        </a:rPr>
                        <a:t>(AUC)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(Song et al. 2011)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NASA MDP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Log Filtering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FS,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BE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3 algorithm</a:t>
                      </a:r>
                      <a:br>
                        <a:rPr lang="id-ID" sz="1050" dirty="0">
                          <a:latin typeface="Calibri" pitchFamily="34" charset="0"/>
                        </a:rPr>
                      </a:br>
                      <a:r>
                        <a:rPr lang="id-ID" sz="1050" baseline="0" dirty="0">
                          <a:latin typeface="Calibri" pitchFamily="34" charset="0"/>
                        </a:rPr>
                        <a:t> (</a:t>
                      </a:r>
                      <a:r>
                        <a:rPr lang="id-ID" sz="1050" dirty="0">
                          <a:latin typeface="Calibri" pitchFamily="34" charset="0"/>
                        </a:rPr>
                        <a:t>DT, 1R, NB)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dirty="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Validation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ROC Curve (AUC)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Proposed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Framework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dirty="0">
                          <a:latin typeface="Calibri" pitchFamily="34" charset="0"/>
                        </a:rPr>
                        <a:t>NASA MDP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b="1" dirty="0">
                          <a:latin typeface="Calibri" pitchFamily="34" charset="0"/>
                        </a:rPr>
                        <a:t>PSO,</a:t>
                      </a:r>
                      <a:r>
                        <a:rPr lang="id-ID" sz="1050" b="1" baseline="0" dirty="0">
                          <a:latin typeface="Calibri" pitchFamily="34" charset="0"/>
                        </a:rPr>
                        <a:t> GA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alibri" pitchFamily="34" charset="0"/>
                        </a:rPr>
                        <a:t>Bagging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50" b="1" dirty="0">
                          <a:latin typeface="Calibri" pitchFamily="34" charset="0"/>
                        </a:rPr>
                        <a:t>1</a:t>
                      </a:r>
                      <a:r>
                        <a:rPr lang="en-US" sz="1050" b="1" dirty="0">
                          <a:latin typeface="Calibri" pitchFamily="34" charset="0"/>
                        </a:rPr>
                        <a:t>0</a:t>
                      </a:r>
                      <a:r>
                        <a:rPr lang="id-ID" sz="1050" b="1" dirty="0">
                          <a:latin typeface="Calibri" pitchFamily="34" charset="0"/>
                        </a:rPr>
                        <a:t> algorithms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b="1" baseline="0" dirty="0">
                          <a:latin typeface="Calibri" pitchFamily="34" charset="0"/>
                        </a:rPr>
                        <a:t>GA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dirty="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Validation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ROC Curve (AUC)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526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3200400" y="152400"/>
          <a:ext cx="5572125" cy="45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4" imgW="6334223" imgH="5172075" progId="Visio.Drawing.15">
                  <p:embed/>
                </p:oleObj>
              </mc:Choice>
              <mc:Fallback>
                <p:oleObj name="Visio" r:id="rId4" imgW="6334223" imgH="5172075" progId="Visio.Drawing.15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2400"/>
                        <a:ext cx="5572125" cy="455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4F2B7-BB50-497E-8BA3-D940E6FB7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05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switch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7886700" cy="5123999"/>
          </a:xfrm>
        </p:spPr>
        <p:txBody>
          <a:bodyPr>
            <a:noAutofit/>
          </a:bodyPr>
          <a:lstStyle/>
          <a:p>
            <a:r>
              <a:rPr lang="en-US" sz="2200" dirty="0"/>
              <a:t>Kita </a:t>
            </a:r>
            <a:r>
              <a:rPr lang="id-ID" sz="2200" dirty="0"/>
              <a:t>harus </a:t>
            </a:r>
            <a:r>
              <a:rPr lang="id-ID" sz="2200" dirty="0">
                <a:solidFill>
                  <a:srgbClr val="C00000"/>
                </a:solidFill>
              </a:rPr>
              <a:t>membangun dan mengusulkan </a:t>
            </a:r>
            <a:r>
              <a:rPr lang="id-ID" sz="2200" dirty="0" err="1">
                <a:solidFill>
                  <a:srgbClr val="C00000"/>
                </a:solidFill>
              </a:rPr>
              <a:t>suatu</a:t>
            </a:r>
            <a:r>
              <a:rPr lang="id-ID" sz="2200" dirty="0">
                <a:solidFill>
                  <a:srgbClr val="C00000"/>
                </a:solidFill>
              </a:rPr>
              <a:t> </a:t>
            </a:r>
            <a:r>
              <a:rPr lang="id-ID" sz="2200" dirty="0" err="1">
                <a:solidFill>
                  <a:srgbClr val="C00000"/>
                </a:solidFill>
              </a:rPr>
              <a:t>metod</a:t>
            </a:r>
            <a:r>
              <a:rPr lang="en-US" sz="2200" dirty="0">
                <a:solidFill>
                  <a:srgbClr val="C00000"/>
                </a:solidFill>
              </a:rPr>
              <a:t>e</a:t>
            </a:r>
            <a:r>
              <a:rPr lang="en-US" sz="2200" dirty="0"/>
              <a:t> (</a:t>
            </a:r>
            <a:r>
              <a:rPr lang="en-US" sz="2200" i="1" dirty="0"/>
              <a:t>proposed method</a:t>
            </a:r>
            <a:r>
              <a:rPr lang="en-US" sz="2200" dirty="0"/>
              <a:t>)</a:t>
            </a:r>
            <a:r>
              <a:rPr lang="id-ID" sz="2200" dirty="0"/>
              <a:t>, </a:t>
            </a:r>
            <a:r>
              <a:rPr lang="id-ID" sz="2200" dirty="0" err="1"/>
              <a:t>yg</a:t>
            </a:r>
            <a:r>
              <a:rPr lang="id-ID" sz="2200" dirty="0"/>
              <a:t> </a:t>
            </a:r>
            <a:r>
              <a:rPr lang="id-ID" sz="2200" dirty="0">
                <a:solidFill>
                  <a:srgbClr val="C00000"/>
                </a:solidFill>
              </a:rPr>
              <a:t>lebih baik  </a:t>
            </a:r>
            <a:r>
              <a:rPr lang="id-ID" sz="2200" dirty="0"/>
              <a:t>bila dibandingkan dengan metode-metode yang ada saat ini</a:t>
            </a:r>
            <a:endParaRPr lang="en-US" sz="2200" dirty="0"/>
          </a:p>
          <a:p>
            <a:r>
              <a:rPr lang="en-US" sz="2200" dirty="0"/>
              <a:t>K</a:t>
            </a:r>
            <a:r>
              <a:rPr lang="id-ID" sz="2200" dirty="0" err="1"/>
              <a:t>eunggulan</a:t>
            </a:r>
            <a:r>
              <a:rPr lang="id-ID" sz="2200" dirty="0"/>
              <a:t> metode </a:t>
            </a:r>
            <a:r>
              <a:rPr lang="en-US" sz="2200" dirty="0"/>
              <a:t>yang </a:t>
            </a:r>
            <a:r>
              <a:rPr lang="en-US" sz="2200" dirty="0" err="1"/>
              <a:t>kita</a:t>
            </a:r>
            <a:r>
              <a:rPr lang="en-US" sz="2200" dirty="0"/>
              <a:t> </a:t>
            </a:r>
            <a:r>
              <a:rPr lang="en-US" sz="2200" dirty="0" err="1"/>
              <a:t>usulkan</a:t>
            </a:r>
            <a:r>
              <a:rPr lang="en-US" sz="2200" dirty="0"/>
              <a:t> </a:t>
            </a:r>
            <a:r>
              <a:rPr lang="id-ID" sz="2200" dirty="0">
                <a:solidFill>
                  <a:srgbClr val="C00000"/>
                </a:solidFill>
              </a:rPr>
              <a:t>harus dilandasi </a:t>
            </a:r>
            <a:r>
              <a:rPr lang="id-ID" sz="2200" dirty="0"/>
              <a:t>(</a:t>
            </a:r>
            <a:r>
              <a:rPr lang="id-ID" sz="2200" i="1" dirty="0" err="1"/>
              <a:t>reference</a:t>
            </a:r>
            <a:r>
              <a:rPr lang="id-ID" sz="2200" dirty="0"/>
              <a:t>), </a:t>
            </a:r>
            <a:r>
              <a:rPr lang="id-ID" sz="2200" dirty="0">
                <a:solidFill>
                  <a:srgbClr val="C00000"/>
                </a:solidFill>
              </a:rPr>
              <a:t>dibuktikan secara matematis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dan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id-ID" sz="2200" dirty="0">
                <a:solidFill>
                  <a:srgbClr val="C00000"/>
                </a:solidFill>
              </a:rPr>
              <a:t>empiris </a:t>
            </a:r>
            <a:r>
              <a:rPr lang="id-ID" sz="2200" dirty="0"/>
              <a:t>lewat hasil eksperimen dan perbandingan dengan metode yang ada</a:t>
            </a:r>
            <a:endParaRPr lang="en-US" sz="2200" dirty="0"/>
          </a:p>
          <a:p>
            <a:r>
              <a:rPr lang="id-ID" sz="2200" dirty="0"/>
              <a:t>Metode yang kita usulkan itu bisa saja dari </a:t>
            </a:r>
            <a:r>
              <a:rPr lang="id-ID" sz="2200" i="1" dirty="0" err="1"/>
              <a:t>state-of-the-art</a:t>
            </a:r>
            <a:r>
              <a:rPr lang="id-ID" sz="2200" i="1" dirty="0"/>
              <a:t> </a:t>
            </a:r>
            <a:r>
              <a:rPr lang="id-ID" sz="2200" i="1" dirty="0" err="1"/>
              <a:t>methods</a:t>
            </a:r>
            <a:r>
              <a:rPr lang="en-US" sz="2200" dirty="0"/>
              <a:t>, </a:t>
            </a:r>
            <a:r>
              <a:rPr lang="id-ID" sz="2200" dirty="0"/>
              <a:t>kita kemudian </a:t>
            </a:r>
            <a:r>
              <a:rPr lang="id-ID" sz="2200" dirty="0">
                <a:solidFill>
                  <a:srgbClr val="C00000"/>
                </a:solidFill>
              </a:rPr>
              <a:t>“menambahkan” sesuatu </a:t>
            </a:r>
            <a:r>
              <a:rPr lang="id-ID" sz="2200" dirty="0"/>
              <a:t>(algoritma, koefisien, formula, </a:t>
            </a:r>
            <a:r>
              <a:rPr lang="id-ID" sz="2200" dirty="0" err="1"/>
              <a:t>dsb</a:t>
            </a:r>
            <a:r>
              <a:rPr lang="id-ID" sz="2200" dirty="0"/>
              <a:t>), yang akhirnya ketika kita bandingkan dengan metode </a:t>
            </a:r>
            <a:r>
              <a:rPr lang="id-ID" sz="2200" dirty="0" err="1"/>
              <a:t>original</a:t>
            </a:r>
            <a:r>
              <a:rPr lang="id-ID" sz="2200" dirty="0"/>
              <a:t>, metode kita lebih baik (</a:t>
            </a:r>
            <a:r>
              <a:rPr lang="id-ID" sz="2200" dirty="0">
                <a:solidFill>
                  <a:srgbClr val="C00000"/>
                </a:solidFill>
              </a:rPr>
              <a:t>lebih cepat</a:t>
            </a:r>
            <a:r>
              <a:rPr lang="id-ID" sz="2200" dirty="0"/>
              <a:t>, </a:t>
            </a:r>
            <a:r>
              <a:rPr lang="id-ID" sz="2200" dirty="0">
                <a:solidFill>
                  <a:srgbClr val="C00000"/>
                </a:solidFill>
              </a:rPr>
              <a:t>lebih akurat</a:t>
            </a:r>
            <a:r>
              <a:rPr lang="id-ID" sz="2200" dirty="0"/>
              <a:t>, </a:t>
            </a:r>
            <a:r>
              <a:rPr lang="id-ID" sz="2200" dirty="0">
                <a:solidFill>
                  <a:srgbClr val="C00000"/>
                </a:solidFill>
              </a:rPr>
              <a:t>lebih konsisten</a:t>
            </a:r>
            <a:r>
              <a:rPr lang="id-ID" sz="2200" dirty="0"/>
              <a:t>, </a:t>
            </a:r>
            <a:r>
              <a:rPr lang="id-ID" sz="2200" dirty="0" err="1"/>
              <a:t>dsb</a:t>
            </a:r>
            <a:r>
              <a:rPr lang="id-ID" sz="2200" dirty="0"/>
              <a:t>). </a:t>
            </a:r>
            <a:endParaRPr lang="en-US" sz="2200" dirty="0"/>
          </a:p>
          <a:p>
            <a:r>
              <a:rPr lang="id-ID" sz="2200" dirty="0">
                <a:solidFill>
                  <a:srgbClr val="C00000"/>
                </a:solidFill>
              </a:rPr>
              <a:t>“Penambahan” </a:t>
            </a:r>
            <a:r>
              <a:rPr lang="id-ID" sz="2200" dirty="0"/>
              <a:t>yang kita lakukan dan akhirnya membuat pemecahan masalah menjadi lebih baik itulah yang disebut dengan </a:t>
            </a:r>
            <a:r>
              <a:rPr lang="id-ID" sz="2200" dirty="0">
                <a:solidFill>
                  <a:srgbClr val="C00000"/>
                </a:solidFill>
              </a:rPr>
              <a:t>kontribusi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ke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pengetahuan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(</a:t>
            </a:r>
            <a:r>
              <a:rPr lang="en-US" sz="2200" i="1" dirty="0"/>
              <a:t>contribution to knowledge</a:t>
            </a:r>
            <a:r>
              <a:rPr lang="en-US" sz="2200" dirty="0"/>
              <a:t>) (Dawson, 2009)</a:t>
            </a:r>
            <a:endParaRPr lang="id-ID" sz="2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Penentuan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Diusulkan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6A020-D9BF-4994-9FF4-8AF2A0C0A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92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0" y="1066800"/>
          <a:ext cx="9144001" cy="577487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71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2000" b="1" dirty="0">
                          <a:effectLst/>
                        </a:rPr>
                        <a:t>Research Problem (RP)</a:t>
                      </a:r>
                      <a:endParaRPr lang="id-ID" sz="2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2000" b="1">
                          <a:effectLst/>
                        </a:rPr>
                        <a:t>Research Question (RQ)</a:t>
                      </a:r>
                      <a:endParaRPr lang="id-ID" sz="28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2000" b="1" dirty="0">
                          <a:effectLst/>
                        </a:rPr>
                        <a:t>Research Objective (RO)</a:t>
                      </a:r>
                      <a:endParaRPr lang="id-ID" sz="28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6">
                <a:tc rowSpan="3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RP1. Data set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 </a:t>
                      </a:r>
                      <a:r>
                        <a:rPr lang="en-US" sz="1800" dirty="0" err="1">
                          <a:effectLst/>
                        </a:rPr>
                        <a:t>berdimensi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tinggi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memiliki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atribut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bersifat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noisy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dan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classnya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bersifat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tidak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seimbang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en-US" sz="1800" dirty="0" err="1">
                          <a:effectLst/>
                        </a:rPr>
                        <a:t>menyebabkan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penurunan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akurasi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</a:t>
                      </a:r>
                      <a:endParaRPr lang="id-ID" sz="2400" b="0" i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RQ1. </a:t>
                      </a:r>
                      <a:r>
                        <a:rPr lang="en-US" sz="1800" dirty="0" err="1">
                          <a:effectLst/>
                        </a:rPr>
                        <a:t>Algoritma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pemilihan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fitur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apa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performanya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C00000"/>
                          </a:solidFill>
                          <a:effectLst/>
                        </a:rPr>
                        <a:t>terbaik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untuk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meyelesaikan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masalah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atribut</a:t>
                      </a:r>
                      <a:r>
                        <a:rPr lang="en-US" sz="1800" dirty="0">
                          <a:effectLst/>
                        </a:rPr>
                        <a:t> yang noisy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software?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>
                          <a:effectLst/>
                        </a:rPr>
                        <a:t>RO1. Mengidentifikasi algoritma pemilihan fitur apa yang memiliki performa terbaik apabila digunakan untuk menyelesaikan masalah atribut yang noisy pada prediksi cacat software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576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RQ2. </a:t>
                      </a:r>
                      <a:r>
                        <a:rPr lang="en-US" sz="1800" dirty="0" err="1">
                          <a:effectLst/>
                        </a:rPr>
                        <a:t>Algoritma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meta learning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apa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performanya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70C0"/>
                          </a:solidFill>
                          <a:effectLst/>
                        </a:rPr>
                        <a:t>terbaik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untuk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menyelesaikan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masalah</a:t>
                      </a:r>
                      <a:r>
                        <a:rPr lang="en-US" sz="1800" dirty="0">
                          <a:effectLst/>
                        </a:rPr>
                        <a:t> class imbalance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software?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>
                          <a:effectLst/>
                        </a:rPr>
                        <a:t>RO2. Mengidentifikasi algoritma meta learning apa yang memiliki performa terbaik apabila digunakan untuk menyelesaikan masalah class imbalance pada prediksi cacat software</a:t>
                      </a:r>
                      <a:endParaRPr lang="id-ID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576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RQ3. </a:t>
                      </a:r>
                      <a:r>
                        <a:rPr lang="en-US" sz="1800" dirty="0" err="1">
                          <a:effectLst/>
                        </a:rPr>
                        <a:t>Bagaimana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pengaruh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penggabungan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algoritma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pemilihan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fitur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dan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metode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meta learning </a:t>
                      </a:r>
                      <a:r>
                        <a:rPr lang="en-US" sz="1800" dirty="0" err="1">
                          <a:solidFill>
                            <a:srgbClr val="00B050"/>
                          </a:solidFill>
                          <a:effectLst/>
                        </a:rPr>
                        <a:t>terbaik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peningkatan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akurasi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software?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1100"/>
                        </a:spcAft>
                      </a:pPr>
                      <a:r>
                        <a:rPr lang="en-US" sz="1800" dirty="0">
                          <a:effectLst/>
                        </a:rPr>
                        <a:t>RO3. </a:t>
                      </a:r>
                      <a:r>
                        <a:rPr lang="en-US" sz="1800" dirty="0" err="1">
                          <a:effectLst/>
                        </a:rPr>
                        <a:t>Mengembangkan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algoritma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baru</a:t>
                      </a:r>
                      <a:r>
                        <a:rPr lang="en-US" sz="1800" dirty="0">
                          <a:effectLst/>
                        </a:rPr>
                        <a:t> yang </a:t>
                      </a:r>
                      <a:r>
                        <a:rPr lang="en-US" sz="1800" dirty="0" err="1">
                          <a:effectLst/>
                        </a:rPr>
                        <a:t>menggabungkan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algoritma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pemilihan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fitur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dan</a:t>
                      </a:r>
                      <a:r>
                        <a:rPr lang="en-US" sz="1800" dirty="0">
                          <a:effectLst/>
                        </a:rPr>
                        <a:t> meta learning </a:t>
                      </a:r>
                      <a:r>
                        <a:rPr lang="en-US" sz="1800" dirty="0" err="1">
                          <a:effectLst/>
                        </a:rPr>
                        <a:t>terbaik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untuk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meningkatkan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akurasi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pada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prediksi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cacat</a:t>
                      </a:r>
                      <a:r>
                        <a:rPr lang="en-US" sz="1800" dirty="0">
                          <a:effectLst/>
                        </a:rPr>
                        <a:t> software</a:t>
                      </a:r>
                      <a:endParaRPr lang="id-ID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Susun</a:t>
            </a:r>
            <a:r>
              <a:rPr lang="en-US" dirty="0"/>
              <a:t> RP-RQ-RO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57611-F0CA-482E-AC33-E7534D444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9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04799"/>
            <a:ext cx="8501495" cy="685801"/>
          </a:xfrm>
        </p:spPr>
        <p:txBody>
          <a:bodyPr>
            <a:normAutofit fontScale="90000"/>
          </a:bodyPr>
          <a:lstStyle/>
          <a:p>
            <a:r>
              <a:rPr lang="id-ID" dirty="0" err="1"/>
              <a:t>Proposed</a:t>
            </a:r>
            <a:r>
              <a:rPr lang="en-US" dirty="0"/>
              <a:t/>
            </a:r>
            <a:br>
              <a:rPr lang="en-US" dirty="0"/>
            </a:br>
            <a:r>
              <a:rPr lang="id-ID" dirty="0" err="1"/>
              <a:t>Framewor</a:t>
            </a:r>
            <a:r>
              <a:rPr lang="en-US" dirty="0"/>
              <a:t>k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/>
          </p:nvPr>
        </p:nvGraphicFramePr>
        <p:xfrm>
          <a:off x="-2" y="4800600"/>
          <a:ext cx="9144002" cy="2057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6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98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Framework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Dataset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Data Preprocessor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libri" pitchFamily="34" charset="0"/>
                        </a:rPr>
                        <a:t>Feature 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Selectors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libri" pitchFamily="34" charset="0"/>
                        </a:rPr>
                        <a:t>Meta-Learning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Classifiers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Parameter Selectors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Validation Methods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Evaluation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Methods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(Menzies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et al. 2007)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NASA MDP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Log Filtering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libri" pitchFamily="34" charset="0"/>
                        </a:rPr>
                        <a:t>Info</a:t>
                      </a:r>
                      <a:r>
                        <a:rPr lang="en-US" sz="1050" baseline="0" dirty="0">
                          <a:latin typeface="Calibri" pitchFamily="34" charset="0"/>
                        </a:rPr>
                        <a:t> Gain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3 algorithm</a:t>
                      </a:r>
                      <a:r>
                        <a:rPr lang="id-ID" sz="1050" baseline="0">
                          <a:latin typeface="Calibri" pitchFamily="34" charset="0"/>
                        </a:rPr>
                        <a:t/>
                      </a:r>
                      <a:br>
                        <a:rPr lang="id-ID" sz="1050" baseline="0">
                          <a:latin typeface="Calibri" pitchFamily="34" charset="0"/>
                        </a:rPr>
                      </a:br>
                      <a:r>
                        <a:rPr lang="id-ID" sz="1050" baseline="0">
                          <a:latin typeface="Calibri" pitchFamily="34" charset="0"/>
                        </a:rPr>
                        <a:t>(</a:t>
                      </a:r>
                      <a:r>
                        <a:rPr lang="id-ID" sz="1050">
                          <a:latin typeface="Calibri" pitchFamily="34" charset="0"/>
                        </a:rPr>
                        <a:t>DT, 1R, NB)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-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>
                          <a:latin typeface="Calibri" pitchFamily="34" charset="0"/>
                        </a:rPr>
                        <a:t> Validation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ROC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Curve (</a:t>
                      </a:r>
                      <a:r>
                        <a:rPr lang="id-ID" sz="1050" dirty="0">
                          <a:latin typeface="Calibri" pitchFamily="34" charset="0"/>
                        </a:rPr>
                        <a:t>AUC)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(Lessman et al. 2008)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NASA MDP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22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algorithm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-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>
                          <a:latin typeface="Calibri" pitchFamily="34" charset="0"/>
                        </a:rPr>
                        <a:t> Validation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ROC Curve</a:t>
                      </a:r>
                      <a:br>
                        <a:rPr lang="id-ID" sz="1050">
                          <a:latin typeface="Calibri" pitchFamily="34" charset="0"/>
                        </a:rPr>
                      </a:br>
                      <a:r>
                        <a:rPr lang="id-ID" sz="1050">
                          <a:latin typeface="Calibri" pitchFamily="34" charset="0"/>
                        </a:rPr>
                        <a:t>(AUC)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(Song et al. 2011)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NASA MDP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Log Filtering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FS,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BE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3 algorithm</a:t>
                      </a:r>
                      <a:br>
                        <a:rPr lang="id-ID" sz="1050" dirty="0">
                          <a:latin typeface="Calibri" pitchFamily="34" charset="0"/>
                        </a:rPr>
                      </a:br>
                      <a:r>
                        <a:rPr lang="id-ID" sz="1050" baseline="0" dirty="0">
                          <a:latin typeface="Calibri" pitchFamily="34" charset="0"/>
                        </a:rPr>
                        <a:t> (</a:t>
                      </a:r>
                      <a:r>
                        <a:rPr lang="id-ID" sz="1050" dirty="0">
                          <a:latin typeface="Calibri" pitchFamily="34" charset="0"/>
                        </a:rPr>
                        <a:t>DT, 1R, NB)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dirty="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Validation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>
                          <a:latin typeface="Calibri" pitchFamily="34" charset="0"/>
                        </a:rPr>
                        <a:t>ROC Curve (AUC)</a:t>
                      </a:r>
                      <a:endParaRPr lang="en-US" sz="105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Proposed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Framework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dirty="0">
                          <a:latin typeface="Calibri" pitchFamily="34" charset="0"/>
                        </a:rPr>
                        <a:t>NASA MDP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-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b="1" dirty="0">
                          <a:latin typeface="Calibri" pitchFamily="34" charset="0"/>
                        </a:rPr>
                        <a:t>PSO,</a:t>
                      </a:r>
                      <a:r>
                        <a:rPr lang="id-ID" sz="1050" b="1" baseline="0" dirty="0">
                          <a:latin typeface="Calibri" pitchFamily="34" charset="0"/>
                        </a:rPr>
                        <a:t> GA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alibri" pitchFamily="34" charset="0"/>
                        </a:rPr>
                        <a:t>Bagging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d-ID" sz="1050" b="1" dirty="0">
                          <a:latin typeface="Calibri" pitchFamily="34" charset="0"/>
                        </a:rPr>
                        <a:t>1</a:t>
                      </a:r>
                      <a:r>
                        <a:rPr lang="en-US" sz="1050" b="1" dirty="0">
                          <a:latin typeface="Calibri" pitchFamily="34" charset="0"/>
                        </a:rPr>
                        <a:t>0</a:t>
                      </a:r>
                      <a:r>
                        <a:rPr lang="id-ID" sz="1050" b="1" dirty="0">
                          <a:latin typeface="Calibri" pitchFamily="34" charset="0"/>
                        </a:rPr>
                        <a:t> algorithms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b="1" baseline="0" dirty="0">
                          <a:latin typeface="Calibri" pitchFamily="34" charset="0"/>
                        </a:rPr>
                        <a:t>GA</a:t>
                      </a:r>
                      <a:endParaRPr lang="en-US" sz="1050" b="1" dirty="0"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050" dirty="0">
                          <a:latin typeface="Calibri" pitchFamily="34" charset="0"/>
                        </a:rPr>
                        <a:t>10-Fold X</a:t>
                      </a:r>
                      <a:r>
                        <a:rPr lang="id-ID" sz="1050" baseline="0" dirty="0">
                          <a:latin typeface="Calibri" pitchFamily="34" charset="0"/>
                        </a:rPr>
                        <a:t> Validation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050" dirty="0">
                          <a:latin typeface="Calibri" pitchFamily="34" charset="0"/>
                        </a:rPr>
                        <a:t>ROC Curve (AUC)</a:t>
                      </a:r>
                      <a:endParaRPr lang="en-US" sz="105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526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3200400" y="152400"/>
          <a:ext cx="5572125" cy="45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4" imgW="6334223" imgH="5172075" progId="Visio.Drawing.15">
                  <p:embed/>
                </p:oleObj>
              </mc:Choice>
              <mc:Fallback>
                <p:oleObj name="Visio" r:id="rId4" imgW="6334223" imgH="5172075" progId="Visio.Drawing.15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2400"/>
                        <a:ext cx="5572125" cy="455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82002-2740-4ECC-9D16-EEA4C948D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23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switch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"/>
            <a:ext cx="4495800" cy="2514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 Hybrid Genetic Algorithm based Neural Network Parameter Optimization and Bagging Technique for  Software Defect Prediction (</a:t>
            </a:r>
            <a:r>
              <a:rPr lang="en-US" sz="2400" b="1" dirty="0">
                <a:solidFill>
                  <a:srgbClr val="C00000"/>
                </a:solidFill>
              </a:rPr>
              <a:t>NN GAPO+B</a:t>
            </a:r>
            <a:r>
              <a:rPr lang="en-US" sz="2400" b="1" dirty="0"/>
              <a:t>)</a:t>
            </a: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1" y="76200"/>
            <a:ext cx="44196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2663" y="1981200"/>
            <a:ext cx="470033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</a:rPr>
              <a:t>Every chromosome is evaluated by the </a:t>
            </a:r>
            <a:r>
              <a:rPr lang="en-US" sz="2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fitness function </a:t>
            </a:r>
            <a:r>
              <a:rPr lang="en-US" sz="2000" dirty="0">
                <a:effectLst/>
                <a:latin typeface="Calibri" panose="020F0502020204030204" pitchFamily="34" charset="0"/>
              </a:rPr>
              <a:t>Equation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Calibri" panose="020F0502020204030204" pitchFamily="34" charset="0"/>
            </a:endParaRPr>
          </a:p>
          <a:p>
            <a:pPr algn="l"/>
            <a:endParaRPr lang="en-US" sz="2000" dirty="0">
              <a:effectLst/>
              <a:latin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</a:rPr>
              <a:t>Where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i="1" dirty="0">
                <a:effectLst/>
                <a:latin typeface="Calibri" panose="020F0502020204030204" pitchFamily="34" charset="0"/>
              </a:rPr>
              <a:t>A</a:t>
            </a:r>
            <a:r>
              <a:rPr lang="en-US" sz="1600" dirty="0">
                <a:effectLst/>
                <a:latin typeface="Calibri" panose="020F0502020204030204" pitchFamily="34" charset="0"/>
              </a:rPr>
              <a:t>: classification accuracy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i="1" dirty="0">
                <a:effectLst/>
                <a:latin typeface="Calibri" panose="020F0502020204030204" pitchFamily="34" charset="0"/>
              </a:rPr>
              <a:t>P</a:t>
            </a:r>
            <a:r>
              <a:rPr lang="en-US" sz="1600" i="1" baseline="-25000" dirty="0">
                <a:effectLst/>
                <a:latin typeface="Calibri" panose="020F0502020204030204" pitchFamily="34" charset="0"/>
              </a:rPr>
              <a:t>i</a:t>
            </a:r>
            <a:r>
              <a:rPr lang="en-US" sz="1600" dirty="0">
                <a:effectLst/>
                <a:latin typeface="Calibri" panose="020F0502020204030204" pitchFamily="34" charset="0"/>
              </a:rPr>
              <a:t>: parameter value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i="1" dirty="0">
                <a:effectLst/>
                <a:latin typeface="Calibri" panose="020F0502020204030204" pitchFamily="34" charset="0"/>
              </a:rPr>
              <a:t>W</a:t>
            </a:r>
            <a:r>
              <a:rPr lang="en-US" sz="1600" i="1" baseline="-25000" dirty="0">
                <a:effectLst/>
                <a:latin typeface="Calibri" panose="020F0502020204030204" pitchFamily="34" charset="0"/>
              </a:rPr>
              <a:t>A</a:t>
            </a:r>
            <a:r>
              <a:rPr lang="en-US" sz="1600" dirty="0">
                <a:effectLst/>
                <a:latin typeface="Calibri" panose="020F0502020204030204" pitchFamily="34" charset="0"/>
              </a:rPr>
              <a:t>: weight of classification accuracy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i="1" dirty="0" err="1">
                <a:effectLst/>
                <a:latin typeface="Calibri" panose="020F0502020204030204" pitchFamily="34" charset="0"/>
              </a:rPr>
              <a:t>W</a:t>
            </a:r>
            <a:r>
              <a:rPr lang="en-US" sz="1600" i="1" baseline="-25000" dirty="0" err="1">
                <a:effectLst/>
                <a:latin typeface="Calibri" panose="020F0502020204030204" pitchFamily="34" charset="0"/>
              </a:rPr>
              <a:t>p</a:t>
            </a:r>
            <a:r>
              <a:rPr lang="en-US" sz="1600" dirty="0">
                <a:effectLst/>
                <a:latin typeface="Calibri" panose="020F0502020204030204" pitchFamily="34" charset="0"/>
              </a:rPr>
              <a:t>: parameter weight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i="1" dirty="0">
                <a:effectLst/>
                <a:latin typeface="Calibri" panose="020F0502020204030204" pitchFamily="34" charset="0"/>
              </a:rPr>
              <a:t>C</a:t>
            </a:r>
            <a:r>
              <a:rPr lang="en-US" sz="1600" i="1" baseline="-25000" dirty="0">
                <a:effectLst/>
                <a:latin typeface="Calibri" panose="020F0502020204030204" pitchFamily="34" charset="0"/>
              </a:rPr>
              <a:t>i</a:t>
            </a:r>
            <a:r>
              <a:rPr lang="en-US" sz="1600" dirty="0">
                <a:effectLst/>
                <a:latin typeface="Calibri" panose="020F0502020204030204" pitchFamily="34" charset="0"/>
              </a:rPr>
              <a:t>: feature cost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i="1" dirty="0">
                <a:effectLst/>
                <a:latin typeface="Calibri" panose="020F0502020204030204" pitchFamily="34" charset="0"/>
              </a:rPr>
              <a:t>S</a:t>
            </a:r>
            <a:r>
              <a:rPr lang="en-US" sz="1600" dirty="0">
                <a:effectLst/>
                <a:latin typeface="Calibri" panose="020F0502020204030204" pitchFamily="34" charset="0"/>
              </a:rPr>
              <a:t>: setting constant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</a:rPr>
              <a:t>When ending condition is satisfied, the operation ends and the </a:t>
            </a:r>
            <a:r>
              <a:rPr lang="en-US" sz="2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optimized NN parameters </a:t>
            </a:r>
            <a:r>
              <a:rPr lang="en-US" sz="2000" dirty="0">
                <a:effectLst/>
                <a:latin typeface="Calibri" panose="020F0502020204030204" pitchFamily="34" charset="0"/>
              </a:rPr>
              <a:t>are produced. Otherwise, the process will continue with the </a:t>
            </a:r>
            <a:r>
              <a:rPr lang="en-US" sz="2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next generation operation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18604" r="19969" b="15690"/>
          <a:stretch/>
        </p:blipFill>
        <p:spPr>
          <a:xfrm>
            <a:off x="533400" y="2819400"/>
            <a:ext cx="3429000" cy="762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76BFD5-0693-4D04-9606-2E2C4ACA2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88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t="23673" r="24148" b="12690"/>
          <a:stretch/>
        </p:blipFill>
        <p:spPr bwMode="auto">
          <a:xfrm>
            <a:off x="3505200" y="1024869"/>
            <a:ext cx="5791200" cy="5756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471" y="1676400"/>
            <a:ext cx="3642561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400" dirty="0">
                <a:solidFill>
                  <a:srgbClr val="C00000"/>
                </a:solidFill>
              </a:rPr>
              <a:t>Metode yang diusulkan </a:t>
            </a:r>
            <a:r>
              <a:rPr lang="id-ID" sz="2400" dirty="0"/>
              <a:t>adalah metode SVM dengan pemilihan parameter C, Gamma dan Epsilon diotomatisasi menggunakan PSO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id-ID" dirty="0"/>
              <a:t>Proposed Method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53D47-F1A6-49A9-82D2-5703220F2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83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8134350" cy="5123999"/>
          </a:xfrm>
        </p:spPr>
        <p:txBody>
          <a:bodyPr>
            <a:noAutofit/>
          </a:bodyPr>
          <a:lstStyle/>
          <a:p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diusulkan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harus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divalidasi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dievaluasi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metode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pengukuran</a:t>
            </a:r>
            <a:r>
              <a:rPr lang="en-US" dirty="0">
                <a:solidFill>
                  <a:srgbClr val="C00000"/>
                </a:solidFill>
              </a:rPr>
              <a:t> standard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disepakati</a:t>
            </a:r>
            <a:r>
              <a:rPr lang="en-US" dirty="0"/>
              <a:t> para </a:t>
            </a:r>
            <a:r>
              <a:rPr lang="en-US" dirty="0" err="1"/>
              <a:t>peneliti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lakukan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disesuaikan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dengan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masalah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tujuan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penelitian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Masalahnya</a:t>
            </a:r>
            <a:r>
              <a:rPr lang="en-US" dirty="0"/>
              <a:t> </a:t>
            </a:r>
            <a:r>
              <a:rPr lang="en-US" dirty="0" err="1"/>
              <a:t>rendahnya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akurasi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pengukurannya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akurasi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rendahnya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efisiensi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pengukurannya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waktu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err="1"/>
              <a:t>Diusulkan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32326-8E8E-4E61-A708-B6822469E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00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8372"/>
            <a:ext cx="8553450" cy="51816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2600" dirty="0" err="1"/>
              <a:t>Estimation</a:t>
            </a:r>
            <a:r>
              <a:rPr lang="id-ID" sz="2600" dirty="0"/>
              <a:t>:</a:t>
            </a:r>
          </a:p>
          <a:p>
            <a:pPr marL="801687" lvl="1" indent="-514350"/>
            <a:r>
              <a:rPr lang="id-ID" sz="2000" dirty="0">
                <a:solidFill>
                  <a:srgbClr val="C00000"/>
                </a:solidFill>
              </a:rPr>
              <a:t>Error</a:t>
            </a:r>
            <a:r>
              <a:rPr lang="id-ID" sz="2000" dirty="0"/>
              <a:t>: Root Mean Square Error (RMSE), MSE, MAPE, etc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2600" dirty="0"/>
              <a:t>Prediction/Forecasting (Prediksi/Peramalan):</a:t>
            </a:r>
          </a:p>
          <a:p>
            <a:pPr marL="801687" lvl="1" indent="-514350"/>
            <a:r>
              <a:rPr lang="id-ID" sz="2000" dirty="0">
                <a:solidFill>
                  <a:srgbClr val="C00000"/>
                </a:solidFill>
              </a:rPr>
              <a:t>Error</a:t>
            </a:r>
            <a:r>
              <a:rPr lang="id-ID" sz="2000" dirty="0"/>
              <a:t>: Root Mean Square Error (RMSE) , MSE, MAPE, etc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2600" dirty="0" err="1"/>
              <a:t>Classification</a:t>
            </a:r>
            <a:r>
              <a:rPr lang="id-ID" sz="2600" dirty="0"/>
              <a:t>:</a:t>
            </a:r>
          </a:p>
          <a:p>
            <a:pPr marL="801687" lvl="1" indent="-514350"/>
            <a:r>
              <a:rPr lang="id-ID" sz="2000" dirty="0" err="1">
                <a:solidFill>
                  <a:srgbClr val="C00000"/>
                </a:solidFill>
              </a:rPr>
              <a:t>Confusion</a:t>
            </a:r>
            <a:r>
              <a:rPr lang="id-ID" sz="2000" dirty="0">
                <a:solidFill>
                  <a:srgbClr val="C00000"/>
                </a:solidFill>
              </a:rPr>
              <a:t> </a:t>
            </a:r>
            <a:r>
              <a:rPr lang="id-ID" sz="2000" dirty="0" err="1">
                <a:solidFill>
                  <a:srgbClr val="C00000"/>
                </a:solidFill>
              </a:rPr>
              <a:t>Matrix</a:t>
            </a:r>
            <a:r>
              <a:rPr lang="id-ID" sz="2000" dirty="0">
                <a:sym typeface="Wingdings" pitchFamily="2" charset="2"/>
              </a:rPr>
              <a:t>: </a:t>
            </a:r>
            <a:r>
              <a:rPr lang="id-ID" sz="2000" dirty="0" err="1"/>
              <a:t>Accuracy</a:t>
            </a:r>
            <a:endParaRPr lang="id-ID" sz="2000" dirty="0"/>
          </a:p>
          <a:p>
            <a:pPr marL="801687" lvl="1" indent="-514350"/>
            <a:r>
              <a:rPr lang="id-ID" sz="2000" dirty="0">
                <a:solidFill>
                  <a:srgbClr val="C00000"/>
                </a:solidFill>
              </a:rPr>
              <a:t>ROC </a:t>
            </a:r>
            <a:r>
              <a:rPr lang="id-ID" sz="2000" dirty="0" err="1">
                <a:solidFill>
                  <a:srgbClr val="C00000"/>
                </a:solidFill>
              </a:rPr>
              <a:t>Curve</a:t>
            </a:r>
            <a:r>
              <a:rPr lang="id-ID" sz="2000" dirty="0">
                <a:sym typeface="Wingdings" pitchFamily="2" charset="2"/>
              </a:rPr>
              <a:t>: </a:t>
            </a:r>
            <a:r>
              <a:rPr lang="id-ID" sz="2000" dirty="0"/>
              <a:t>Area </a:t>
            </a:r>
            <a:r>
              <a:rPr lang="id-ID" sz="2000" dirty="0" err="1"/>
              <a:t>Under</a:t>
            </a:r>
            <a:r>
              <a:rPr lang="id-ID" sz="2000" dirty="0"/>
              <a:t> </a:t>
            </a:r>
            <a:r>
              <a:rPr lang="id-ID" sz="2000" dirty="0" err="1"/>
              <a:t>Curve</a:t>
            </a:r>
            <a:r>
              <a:rPr lang="id-ID" sz="2000" dirty="0"/>
              <a:t> (AUC) 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2600" dirty="0" err="1"/>
              <a:t>Clustering</a:t>
            </a:r>
            <a:r>
              <a:rPr lang="id-ID" sz="2600" dirty="0"/>
              <a:t>:</a:t>
            </a:r>
          </a:p>
          <a:p>
            <a:pPr marL="801687" lvl="1" indent="-514350"/>
            <a:r>
              <a:rPr lang="id-ID" sz="1800" dirty="0">
                <a:solidFill>
                  <a:srgbClr val="C00000"/>
                </a:solidFill>
              </a:rPr>
              <a:t>Internal </a:t>
            </a:r>
            <a:r>
              <a:rPr lang="id-ID" sz="1800" dirty="0" err="1">
                <a:solidFill>
                  <a:srgbClr val="C00000"/>
                </a:solidFill>
              </a:rPr>
              <a:t>Evaluation</a:t>
            </a:r>
            <a:r>
              <a:rPr lang="id-ID" sz="1800" dirty="0"/>
              <a:t>: </a:t>
            </a:r>
            <a:r>
              <a:rPr lang="id-ID" sz="1800" dirty="0" err="1"/>
              <a:t>Davies</a:t>
            </a:r>
            <a:r>
              <a:rPr lang="id-ID" sz="1800" dirty="0"/>
              <a:t>–</a:t>
            </a:r>
            <a:r>
              <a:rPr lang="id-ID" sz="1800" dirty="0" err="1"/>
              <a:t>Bouldin</a:t>
            </a:r>
            <a:r>
              <a:rPr lang="id-ID" sz="1800" dirty="0"/>
              <a:t> </a:t>
            </a:r>
            <a:r>
              <a:rPr lang="id-ID" sz="1800" dirty="0" err="1"/>
              <a:t>index</a:t>
            </a:r>
            <a:r>
              <a:rPr lang="id-ID" sz="1800" dirty="0"/>
              <a:t>, </a:t>
            </a:r>
            <a:r>
              <a:rPr lang="id-ID" sz="1800" dirty="0" err="1"/>
              <a:t>Dunn</a:t>
            </a:r>
            <a:r>
              <a:rPr lang="id-ID" sz="1800" dirty="0"/>
              <a:t> </a:t>
            </a:r>
            <a:r>
              <a:rPr lang="id-ID" sz="1800" dirty="0" err="1"/>
              <a:t>index</a:t>
            </a:r>
            <a:r>
              <a:rPr lang="id-ID" sz="1800" dirty="0"/>
              <a:t>, </a:t>
            </a:r>
          </a:p>
          <a:p>
            <a:pPr marL="801687" lvl="1" indent="-514350"/>
            <a:r>
              <a:rPr lang="id-ID" sz="1800" dirty="0">
                <a:solidFill>
                  <a:srgbClr val="C00000"/>
                </a:solidFill>
              </a:rPr>
              <a:t>External </a:t>
            </a:r>
            <a:r>
              <a:rPr lang="id-ID" sz="1800" dirty="0" err="1">
                <a:solidFill>
                  <a:srgbClr val="C00000"/>
                </a:solidFill>
              </a:rPr>
              <a:t>Evaluation</a:t>
            </a:r>
            <a:r>
              <a:rPr lang="id-ID" sz="1800" dirty="0"/>
              <a:t>: </a:t>
            </a:r>
            <a:r>
              <a:rPr lang="en-US" sz="1800" dirty="0"/>
              <a:t> Rand measure</a:t>
            </a:r>
            <a:r>
              <a:rPr lang="id-ID" sz="1800" dirty="0"/>
              <a:t>, </a:t>
            </a:r>
            <a:r>
              <a:rPr lang="id-ID" sz="1800" dirty="0" err="1"/>
              <a:t>F-measure</a:t>
            </a:r>
            <a:r>
              <a:rPr lang="id-ID" sz="1800" dirty="0"/>
              <a:t>, </a:t>
            </a:r>
            <a:r>
              <a:rPr lang="id-ID" sz="1800" dirty="0" err="1"/>
              <a:t>Jaccard</a:t>
            </a:r>
            <a:r>
              <a:rPr lang="id-ID" sz="1800" dirty="0"/>
              <a:t> </a:t>
            </a:r>
            <a:r>
              <a:rPr lang="id-ID" sz="1800" dirty="0" err="1"/>
              <a:t>index</a:t>
            </a:r>
            <a:r>
              <a:rPr lang="id-ID" sz="1800" dirty="0"/>
              <a:t>, </a:t>
            </a:r>
            <a:r>
              <a:rPr lang="id-ID" sz="1800" dirty="0" err="1"/>
              <a:t>Fowlkes</a:t>
            </a:r>
            <a:r>
              <a:rPr lang="id-ID" sz="1800" dirty="0"/>
              <a:t>–</a:t>
            </a:r>
            <a:r>
              <a:rPr lang="id-ID" sz="1800" dirty="0" err="1"/>
              <a:t>Mallows</a:t>
            </a:r>
            <a:r>
              <a:rPr lang="id-ID" sz="1800" dirty="0"/>
              <a:t> </a:t>
            </a:r>
            <a:r>
              <a:rPr lang="id-ID" sz="1800" dirty="0" err="1"/>
              <a:t>index</a:t>
            </a:r>
            <a:r>
              <a:rPr lang="id-ID" sz="1800" dirty="0"/>
              <a:t>, </a:t>
            </a:r>
            <a:r>
              <a:rPr lang="id-ID" sz="1800" dirty="0" err="1"/>
              <a:t>Confusion</a:t>
            </a:r>
            <a:r>
              <a:rPr lang="id-ID" sz="1800" dirty="0"/>
              <a:t> </a:t>
            </a:r>
            <a:r>
              <a:rPr lang="id-ID" sz="1800" dirty="0" err="1"/>
              <a:t>matrix</a:t>
            </a:r>
            <a:endParaRPr lang="id-ID" sz="1800" dirty="0"/>
          </a:p>
          <a:p>
            <a:pPr marL="514350" indent="-514350">
              <a:buFont typeface="+mj-lt"/>
              <a:buAutoNum type="arabicPeriod"/>
            </a:pPr>
            <a:r>
              <a:rPr lang="id-ID" sz="2600" dirty="0"/>
              <a:t>Association:</a:t>
            </a:r>
          </a:p>
          <a:p>
            <a:pPr marL="801687" lvl="1" indent="-514350"/>
            <a:r>
              <a:rPr lang="id-ID" sz="1800" dirty="0">
                <a:solidFill>
                  <a:srgbClr val="C00000"/>
                </a:solidFill>
              </a:rPr>
              <a:t>Lift </a:t>
            </a:r>
            <a:r>
              <a:rPr lang="id-ID" sz="1800" dirty="0" err="1">
                <a:solidFill>
                  <a:srgbClr val="C00000"/>
                </a:solidFill>
              </a:rPr>
              <a:t>Charts</a:t>
            </a:r>
            <a:r>
              <a:rPr lang="id-ID" sz="1800" dirty="0"/>
              <a:t>: Lift </a:t>
            </a:r>
            <a:r>
              <a:rPr lang="id-ID" sz="1800" dirty="0" err="1"/>
              <a:t>Ratio</a:t>
            </a:r>
            <a:endParaRPr lang="id-ID" sz="1800" dirty="0"/>
          </a:p>
          <a:p>
            <a:pPr marL="801687" lvl="1" indent="-514350"/>
            <a:r>
              <a:rPr lang="id-ID" sz="1800" dirty="0" err="1">
                <a:solidFill>
                  <a:srgbClr val="C00000"/>
                </a:solidFill>
              </a:rPr>
              <a:t>Precision</a:t>
            </a:r>
            <a:r>
              <a:rPr lang="id-ID" sz="1800" dirty="0">
                <a:solidFill>
                  <a:srgbClr val="C00000"/>
                </a:solidFill>
              </a:rPr>
              <a:t> </a:t>
            </a:r>
            <a:r>
              <a:rPr lang="id-ID" sz="1800" dirty="0" err="1">
                <a:solidFill>
                  <a:srgbClr val="C00000"/>
                </a:solidFill>
              </a:rPr>
              <a:t>and</a:t>
            </a:r>
            <a:r>
              <a:rPr lang="id-ID" sz="1800" dirty="0">
                <a:solidFill>
                  <a:srgbClr val="C00000"/>
                </a:solidFill>
              </a:rPr>
              <a:t> </a:t>
            </a:r>
            <a:r>
              <a:rPr lang="id-ID" sz="1800" dirty="0" err="1">
                <a:solidFill>
                  <a:srgbClr val="C00000"/>
                </a:solidFill>
              </a:rPr>
              <a:t>Recall</a:t>
            </a:r>
            <a:r>
              <a:rPr lang="id-ID" sz="1800" dirty="0">
                <a:solidFill>
                  <a:srgbClr val="C00000"/>
                </a:solidFill>
              </a:rPr>
              <a:t> </a:t>
            </a:r>
            <a:r>
              <a:rPr lang="id-ID" sz="1800" dirty="0"/>
              <a:t>(</a:t>
            </a:r>
            <a:r>
              <a:rPr lang="id-ID" sz="1800" dirty="0" err="1"/>
              <a:t>F-measure</a:t>
            </a:r>
            <a:r>
              <a:rPr lang="id-ID" sz="1800" dirty="0"/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Data Mining</a:t>
            </a:r>
            <a:endParaRPr lang="id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D5ADD-7D0D-4EBC-80E2-CF9F20898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3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8210550" cy="5123999"/>
          </a:xfrm>
        </p:spPr>
        <p:txBody>
          <a:bodyPr>
            <a:noAutofit/>
          </a:bodyPr>
          <a:lstStyle/>
          <a:p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pendataan</a:t>
            </a:r>
            <a:r>
              <a:rPr lang="en-US" dirty="0"/>
              <a:t> journal-journal yang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, </a:t>
            </a:r>
            <a:r>
              <a:rPr lang="en-US" dirty="0" err="1">
                <a:solidFill>
                  <a:srgbClr val="C00000"/>
                </a:solidFill>
              </a:rPr>
              <a:t>urutkan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berdasarkan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rangking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SJR </a:t>
            </a:r>
            <a:r>
              <a:rPr lang="en-US" dirty="0" err="1"/>
              <a:t>atau</a:t>
            </a:r>
            <a:r>
              <a:rPr lang="en-US" dirty="0"/>
              <a:t> JIF</a:t>
            </a:r>
          </a:p>
          <a:p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target journal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publikasi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kita</a:t>
            </a:r>
            <a:endParaRPr lang="en-US" dirty="0"/>
          </a:p>
          <a:p>
            <a:r>
              <a:rPr lang="en-US" dirty="0"/>
              <a:t>Publikasikan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journal yang </a:t>
            </a:r>
            <a:r>
              <a:rPr lang="en-US" dirty="0" err="1">
                <a:solidFill>
                  <a:srgbClr val="C00000"/>
                </a:solidFill>
              </a:rPr>
              <a:t>sesuai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dengan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kualitas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kontribusi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penelitian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lakukan</a:t>
            </a:r>
            <a:endParaRPr lang="en-US" dirty="0"/>
          </a:p>
          <a:p>
            <a:r>
              <a:rPr lang="en-US" dirty="0"/>
              <a:t>A paper is an organized description of hypotheses, data and conclusions, intended to instruct the reader. </a:t>
            </a:r>
            <a:r>
              <a:rPr lang="en-US" dirty="0">
                <a:solidFill>
                  <a:srgbClr val="C00000"/>
                </a:solidFill>
              </a:rPr>
              <a:t>If your research does not generate papers, it might just as well not have been done</a:t>
            </a:r>
            <a:r>
              <a:rPr lang="en-US" dirty="0"/>
              <a:t> </a:t>
            </a:r>
            <a:r>
              <a:rPr lang="en-US" sz="1800" dirty="0"/>
              <a:t>(</a:t>
            </a:r>
            <a:r>
              <a:rPr lang="en-US" sz="1800" dirty="0" err="1"/>
              <a:t>Whitesides</a:t>
            </a:r>
            <a:r>
              <a:rPr lang="en-US" sz="1800" dirty="0"/>
              <a:t> 2004) </a:t>
            </a:r>
            <a:endParaRPr lang="id-ID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1"/>
            <a:ext cx="8515350" cy="685800"/>
          </a:xfrm>
        </p:spPr>
        <p:txBody>
          <a:bodyPr>
            <a:normAutofit/>
          </a:bodyPr>
          <a:lstStyle/>
          <a:p>
            <a:r>
              <a:rPr lang="en-US" sz="3200" dirty="0"/>
              <a:t>7. Penulisan </a:t>
            </a:r>
            <a:r>
              <a:rPr lang="en-US" sz="3200" dirty="0" err="1"/>
              <a:t>Ilmiah</a:t>
            </a:r>
            <a:r>
              <a:rPr lang="en-US" sz="3200" dirty="0"/>
              <a:t> dan </a:t>
            </a:r>
            <a:r>
              <a:rPr lang="en-US" sz="3200" dirty="0" err="1"/>
              <a:t>Publikasi</a:t>
            </a:r>
            <a:r>
              <a:rPr lang="en-US" sz="3200" dirty="0"/>
              <a:t> Hasil </a:t>
            </a:r>
            <a:r>
              <a:rPr lang="en-US" sz="3200" dirty="0" err="1"/>
              <a:t>Penelitian</a:t>
            </a:r>
            <a:endParaRPr lang="id-ID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0BFC0-D0A2-4611-BD47-56517345A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78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/>
          </p:nvPr>
        </p:nvGraphicFramePr>
        <p:xfrm>
          <a:off x="0" y="0"/>
          <a:ext cx="9141855" cy="6858002"/>
        </p:xfrm>
        <a:graphic>
          <a:graphicData uri="http://schemas.openxmlformats.org/drawingml/2006/table">
            <a:tbl>
              <a:tblPr firstRow="1" bandRow="1"/>
              <a:tblGrid>
                <a:gridCol w="539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3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</a:rPr>
                        <a:t>Journal Publications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</a:rPr>
                        <a:t>SJR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</a:rPr>
                        <a:t>Q Category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IEEE Transactions on Software Engineering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3.39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Information Sciences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2.96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Q1 in Information Systems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IEEE Transactions on Systems, Man, and Cybernetics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2.76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Artificial Intelligence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IEEE Transactions on Knowledge and Data Engineering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2.68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Information Systems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Empirical Software Engineering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2.32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Information and Software Technology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1.95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Information Systems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Automated Software Engineering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1.78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IEEE Transactions on Reliability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1.43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Q1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Expert Systems with Applications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1.36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Q2 in Computer Science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900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Journal of Systems and Software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Q2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900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Software Quality Journal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0.83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Q2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900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IET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Q2 in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Advanced Science Letters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Q3 in Computer Science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Journal of Software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Q3 in Software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896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International Journal of Software Engineering and Its Application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  <a:endParaRPr lang="en-U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mpus Sans ITC"/>
                          <a:ea typeface=""/>
                          <a:cs typeface="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panose="020F0502020204030204" pitchFamily="34" charset="0"/>
                        </a:rPr>
                        <a:t>Q4 in Software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97B1A-E1CC-4E7B-AC76-546A4AF8B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64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RP – RQ – RC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Publikasi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92" t="10295" r="1027" b="1249"/>
          <a:stretch/>
        </p:blipFill>
        <p:spPr>
          <a:xfrm>
            <a:off x="-27972" y="990600"/>
            <a:ext cx="9171972" cy="591059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517D0-D576-4BB7-A6B6-41F66DE72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1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077200" cy="5029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Analisis</a:t>
            </a:r>
            <a:r>
              <a:rPr lang="en-US" sz="3200" dirty="0"/>
              <a:t> </a:t>
            </a:r>
            <a:r>
              <a:rPr lang="en-US" sz="3200" dirty="0" err="1"/>
              <a:t>kembali</a:t>
            </a:r>
            <a:r>
              <a:rPr lang="en-US" sz="3200" dirty="0"/>
              <a:t> </a:t>
            </a:r>
            <a:r>
              <a:rPr lang="en-US" sz="3200" dirty="0" err="1"/>
              <a:t>berbagai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C00000"/>
                </a:solidFill>
              </a:rPr>
              <a:t>mata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kuliah</a:t>
            </a:r>
            <a:r>
              <a:rPr lang="en-US" sz="3200" dirty="0">
                <a:solidFill>
                  <a:srgbClr val="C00000"/>
                </a:solidFill>
              </a:rPr>
              <a:t> yang </a:t>
            </a:r>
            <a:r>
              <a:rPr lang="en-US" sz="3200" dirty="0" err="1">
                <a:solidFill>
                  <a:srgbClr val="C00000"/>
                </a:solidFill>
              </a:rPr>
              <a:t>telah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diajarkan</a:t>
            </a:r>
            <a:r>
              <a:rPr lang="en-US" sz="3200" dirty="0"/>
              <a:t>, </a:t>
            </a:r>
            <a:r>
              <a:rPr lang="en-US" sz="3200" dirty="0" err="1"/>
              <a:t>serta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C00000"/>
                </a:solidFill>
              </a:rPr>
              <a:t>paper </a:t>
            </a:r>
            <a:r>
              <a:rPr lang="en-US" sz="3200" dirty="0" err="1">
                <a:solidFill>
                  <a:srgbClr val="C00000"/>
                </a:solidFill>
              </a:rPr>
              <a:t>dan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buku</a:t>
            </a:r>
            <a:r>
              <a:rPr lang="en-US" sz="3200" dirty="0">
                <a:solidFill>
                  <a:srgbClr val="C00000"/>
                </a:solidFill>
              </a:rPr>
              <a:t> yang </a:t>
            </a:r>
            <a:r>
              <a:rPr lang="en-US" sz="3200" dirty="0" err="1">
                <a:solidFill>
                  <a:srgbClr val="C00000"/>
                </a:solidFill>
              </a:rPr>
              <a:t>telah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dibaca</a:t>
            </a:r>
            <a:endParaRPr lang="en-US" sz="3200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Tentukan</a:t>
            </a:r>
            <a:r>
              <a:rPr lang="en-US" sz="3200" dirty="0"/>
              <a:t> </a:t>
            </a:r>
            <a:r>
              <a:rPr lang="en-US" sz="3200" dirty="0" err="1"/>
              <a:t>bidang</a:t>
            </a:r>
            <a:r>
              <a:rPr lang="en-US" sz="3200" dirty="0"/>
              <a:t> </a:t>
            </a:r>
            <a:r>
              <a:rPr lang="en-US" sz="3200" dirty="0" err="1"/>
              <a:t>dan</a:t>
            </a:r>
            <a:r>
              <a:rPr lang="en-US" sz="3200" dirty="0"/>
              <a:t> sub </a:t>
            </a:r>
            <a:r>
              <a:rPr lang="en-US" sz="3200" dirty="0" err="1"/>
              <a:t>bidang</a:t>
            </a:r>
            <a:r>
              <a:rPr lang="en-US" sz="3200" dirty="0"/>
              <a:t> (</a:t>
            </a:r>
            <a:r>
              <a:rPr lang="id-ID" sz="3200" dirty="0">
                <a:solidFill>
                  <a:srgbClr val="C00000"/>
                </a:solidFill>
              </a:rPr>
              <a:t>field dan subfield</a:t>
            </a:r>
            <a:r>
              <a:rPr lang="en-US" sz="3200" dirty="0"/>
              <a:t>) p</a:t>
            </a:r>
            <a:r>
              <a:rPr lang="id-ID" sz="3200" dirty="0"/>
              <a:t>enelitian</a:t>
            </a:r>
            <a:r>
              <a:rPr lang="en-US" sz="3200" dirty="0"/>
              <a:t> yang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tertarik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melakukannya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Baca </a:t>
            </a:r>
            <a:r>
              <a:rPr lang="en-US" sz="3200" dirty="0" err="1"/>
              <a:t>artikel</a:t>
            </a:r>
            <a:r>
              <a:rPr lang="en-US" sz="3200" dirty="0"/>
              <a:t> </a:t>
            </a:r>
            <a:r>
              <a:rPr lang="en-US" sz="3200" dirty="0" err="1"/>
              <a:t>tentang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C00000"/>
                </a:solidFill>
              </a:rPr>
              <a:t>tahapan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memulai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penelitian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utk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mahasiswa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galau</a:t>
            </a:r>
            <a:r>
              <a:rPr lang="en-US" sz="3200" dirty="0"/>
              <a:t> di </a:t>
            </a:r>
            <a:r>
              <a:rPr lang="en-US" sz="3200" i="1" dirty="0">
                <a:solidFill>
                  <a:srgbClr val="0070C0"/>
                </a:solidFill>
              </a:rPr>
              <a:t>http://romisatriawahono.net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789988" cy="647700"/>
          </a:xfrm>
        </p:spPr>
        <p:txBody>
          <a:bodyPr>
            <a:noAutofit/>
          </a:bodyPr>
          <a:lstStyle/>
          <a:p>
            <a:r>
              <a:rPr lang="id-ID" sz="4000" dirty="0"/>
              <a:t>Tugas Menentukan </a:t>
            </a:r>
            <a:r>
              <a:rPr lang="en-US" sz="4000" dirty="0" err="1"/>
              <a:t>Bidang</a:t>
            </a:r>
            <a:r>
              <a:rPr lang="en-US" sz="4000" dirty="0"/>
              <a:t> </a:t>
            </a:r>
            <a:r>
              <a:rPr lang="id-ID" sz="4000" dirty="0"/>
              <a:t>Penelitian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AE573-706E-4099-A2E7-844A4E36B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84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382000" cy="5029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3200" dirty="0"/>
              <a:t>Tentukan </a:t>
            </a:r>
            <a:r>
              <a:rPr lang="id-ID" sz="3200" dirty="0">
                <a:solidFill>
                  <a:srgbClr val="C00000"/>
                </a:solidFill>
              </a:rPr>
              <a:t>topi</a:t>
            </a:r>
            <a:r>
              <a:rPr lang="en-US" sz="3200" dirty="0">
                <a:solidFill>
                  <a:srgbClr val="C00000"/>
                </a:solidFill>
              </a:rPr>
              <a:t>k</a:t>
            </a:r>
            <a:r>
              <a:rPr lang="id-ID" sz="3200" dirty="0">
                <a:solidFill>
                  <a:srgbClr val="C00000"/>
                </a:solidFill>
              </a:rPr>
              <a:t> </a:t>
            </a:r>
            <a:r>
              <a:rPr lang="id-ID" sz="3200" dirty="0"/>
              <a:t>penelitian dari </a:t>
            </a:r>
            <a:r>
              <a:rPr lang="en-US" sz="3200" dirty="0" err="1"/>
              <a:t>bidang</a:t>
            </a:r>
            <a:r>
              <a:rPr lang="en-US" sz="3200" dirty="0"/>
              <a:t> </a:t>
            </a:r>
            <a:r>
              <a:rPr lang="en-US" sz="3200" dirty="0" err="1"/>
              <a:t>penelitian</a:t>
            </a:r>
            <a:r>
              <a:rPr lang="en-US" sz="3200" dirty="0"/>
              <a:t> </a:t>
            </a:r>
            <a:endParaRPr lang="id-ID" sz="3200" dirty="0"/>
          </a:p>
          <a:p>
            <a:pPr marL="514350" indent="-514350">
              <a:buFont typeface="+mj-lt"/>
              <a:buAutoNum type="arabicPeriod"/>
            </a:pPr>
            <a:r>
              <a:rPr lang="id-ID" sz="3200" dirty="0">
                <a:solidFill>
                  <a:srgbClr val="C00000"/>
                </a:solidFill>
              </a:rPr>
              <a:t>Studi literatur </a:t>
            </a:r>
            <a:r>
              <a:rPr lang="id-ID" sz="3200" dirty="0"/>
              <a:t>tentang topik tersebut (state-of-the-art, research direction/challenge) dari paper journal (review paper)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200" dirty="0">
                <a:solidFill>
                  <a:srgbClr val="C00000"/>
                </a:solidFill>
              </a:rPr>
              <a:t>Rangkumkan</a:t>
            </a:r>
            <a:r>
              <a:rPr lang="en-US" sz="3200" dirty="0">
                <a:solidFill>
                  <a:srgbClr val="C00000"/>
                </a:solidFill>
              </a:rPr>
              <a:t> topic </a:t>
            </a:r>
            <a:r>
              <a:rPr lang="en-US" sz="3200" dirty="0" err="1">
                <a:solidFill>
                  <a:srgbClr val="C00000"/>
                </a:solidFill>
              </a:rPr>
              <a:t>penelitian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yang </a:t>
            </a:r>
            <a:r>
              <a:rPr lang="en-US" sz="3200" dirty="0" err="1"/>
              <a:t>kita</a:t>
            </a:r>
            <a:r>
              <a:rPr lang="en-US" sz="3200" dirty="0"/>
              <a:t> </a:t>
            </a:r>
            <a:r>
              <a:rPr lang="en-US" sz="3200" dirty="0" err="1"/>
              <a:t>pilih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</a:t>
            </a:r>
            <a:r>
              <a:rPr lang="en-US" sz="3200" dirty="0" err="1"/>
              <a:t>mendetail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bentuk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C00000"/>
                </a:solidFill>
              </a:rPr>
              <a:t>mindmap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70C0"/>
                </a:solidFill>
              </a:rPr>
              <a:t>software </a:t>
            </a:r>
            <a:r>
              <a:rPr lang="en-US" sz="3200" dirty="0" err="1">
                <a:solidFill>
                  <a:srgbClr val="0070C0"/>
                </a:solidFill>
              </a:rPr>
              <a:t>XMind</a:t>
            </a:r>
            <a:endParaRPr lang="en-US" sz="3200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Ikuti</a:t>
            </a:r>
            <a:r>
              <a:rPr lang="en-US" sz="3200" dirty="0"/>
              <a:t> </a:t>
            </a:r>
            <a:r>
              <a:rPr lang="en-US" sz="3200" dirty="0" err="1"/>
              <a:t>artikel</a:t>
            </a:r>
            <a:r>
              <a:rPr lang="en-US" sz="3200" dirty="0"/>
              <a:t> di </a:t>
            </a:r>
            <a:br>
              <a:rPr lang="en-US" sz="3200" dirty="0"/>
            </a:br>
            <a:r>
              <a:rPr lang="en-US" sz="1600" i="1" dirty="0">
                <a:solidFill>
                  <a:srgbClr val="0070C0"/>
                </a:solidFill>
              </a:rPr>
              <a:t>http://romisatriawahono.net/2014/02/28/mind-map-untuk-memahami-topik-penelitian/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789988" cy="647700"/>
          </a:xfrm>
        </p:spPr>
        <p:txBody>
          <a:bodyPr>
            <a:noAutofit/>
          </a:bodyPr>
          <a:lstStyle/>
          <a:p>
            <a:r>
              <a:rPr lang="id-ID" sz="4000" dirty="0"/>
              <a:t>Tugas Menentukan Topik Penelitian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56EF8-07B9-40F3-AB79-E8377F22F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87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5" y="2371725"/>
            <a:ext cx="4400550" cy="287655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Mindmap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“Software Defect Prediction”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9D2EE-E7E9-4B38-9D79-9EDFBF523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03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97" y="2743200"/>
            <a:ext cx="8679181" cy="12954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Mindmap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“Software Defect Prediction”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16B0F-82DA-4CAA-85D1-8859C3CE8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91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2600"/>
            <a:ext cx="9062533" cy="37338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Mindmap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“Software Defect Prediction”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17D85-03B9-423A-9478-1D461ACC3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87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2824"/>
            <a:ext cx="9372600" cy="381336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Mindmap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“Software Defect Prediction”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015D8-9542-47C9-99FA-260D4793D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7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382000" cy="5029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Dari </a:t>
            </a:r>
            <a:r>
              <a:rPr lang="id-ID" sz="3200" dirty="0">
                <a:solidFill>
                  <a:srgbClr val="C00000"/>
                </a:solidFill>
              </a:rPr>
              <a:t>topi</a:t>
            </a:r>
            <a:r>
              <a:rPr lang="en-US" sz="3200" dirty="0">
                <a:solidFill>
                  <a:srgbClr val="C00000"/>
                </a:solidFill>
              </a:rPr>
              <a:t>k</a:t>
            </a:r>
            <a:r>
              <a:rPr lang="id-ID" sz="3200" dirty="0">
                <a:solidFill>
                  <a:srgbClr val="C00000"/>
                </a:solidFill>
              </a:rPr>
              <a:t> </a:t>
            </a:r>
            <a:r>
              <a:rPr lang="id-ID" sz="3200" dirty="0"/>
              <a:t>penelitian </a:t>
            </a:r>
            <a:r>
              <a:rPr lang="en-US" sz="3200" dirty="0"/>
              <a:t>yang </a:t>
            </a:r>
            <a:r>
              <a:rPr lang="en-US" sz="3200" dirty="0" err="1"/>
              <a:t>dipilih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Tentukan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C00000"/>
                </a:solidFill>
              </a:rPr>
              <a:t>beberapa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masalah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 err="1">
                <a:solidFill>
                  <a:srgbClr val="C00000"/>
                </a:solidFill>
              </a:rPr>
              <a:t>penelitian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/>
              <a:t>yang </a:t>
            </a:r>
            <a:r>
              <a:rPr lang="en-US" sz="3200" dirty="0" err="1"/>
              <a:t>muncul</a:t>
            </a:r>
            <a:r>
              <a:rPr lang="en-US" sz="3200" dirty="0"/>
              <a:t> di survey paper </a:t>
            </a:r>
            <a:r>
              <a:rPr lang="en-US" sz="3200" dirty="0" err="1"/>
              <a:t>atau</a:t>
            </a:r>
            <a:r>
              <a:rPr lang="en-US" sz="3200" dirty="0"/>
              <a:t> technical paper</a:t>
            </a:r>
          </a:p>
          <a:p>
            <a:pPr marL="514350" indent="-514350">
              <a:buFont typeface="+mj-lt"/>
              <a:buAutoNum type="arabicPeriod"/>
            </a:pPr>
            <a:endParaRPr lang="en-US" sz="1600" i="1" dirty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789988" cy="647700"/>
          </a:xfrm>
        </p:spPr>
        <p:txBody>
          <a:bodyPr>
            <a:noAutofit/>
          </a:bodyPr>
          <a:lstStyle/>
          <a:p>
            <a:r>
              <a:rPr lang="id-ID" sz="4000" dirty="0"/>
              <a:t>Tugas Menentukan </a:t>
            </a:r>
            <a:r>
              <a:rPr lang="en-US" sz="4000" dirty="0" err="1"/>
              <a:t>Masalah</a:t>
            </a:r>
            <a:r>
              <a:rPr lang="en-US" sz="4000" dirty="0"/>
              <a:t> </a:t>
            </a:r>
            <a:r>
              <a:rPr lang="id-ID" sz="4000" dirty="0"/>
              <a:t>Penelitian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BF4C2-1434-4218-B9D0-420B16C1F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1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7886700" cy="512399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topik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penelitian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yang </a:t>
            </a:r>
            <a:r>
              <a:rPr lang="en-US" dirty="0" err="1"/>
              <a:t>diinginkan</a:t>
            </a:r>
            <a:endParaRPr lang="en-US" dirty="0"/>
          </a:p>
          <a:p>
            <a:r>
              <a:rPr lang="en-US" dirty="0"/>
              <a:t>Baca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survey paper </a:t>
            </a:r>
            <a:r>
              <a:rPr lang="en-US" dirty="0"/>
              <a:t>yang </a:t>
            </a:r>
            <a:r>
              <a:rPr lang="en-US" dirty="0" err="1"/>
              <a:t>ada</a:t>
            </a:r>
            <a:r>
              <a:rPr lang="en-US" dirty="0"/>
              <a:t> di folder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cari</a:t>
            </a:r>
            <a:r>
              <a:rPr lang="en-US" dirty="0"/>
              <a:t> paper survey lain yang </a:t>
            </a:r>
            <a:r>
              <a:rPr lang="en-US" dirty="0" err="1"/>
              <a:t>relevan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(</a:t>
            </a:r>
            <a:r>
              <a:rPr lang="en-US" dirty="0" err="1"/>
              <a:t>scopus</a:t>
            </a:r>
            <a:r>
              <a:rPr lang="en-US" dirty="0"/>
              <a:t> indexed journal)</a:t>
            </a:r>
          </a:p>
          <a:p>
            <a:r>
              <a:rPr lang="en-US" dirty="0" err="1">
                <a:solidFill>
                  <a:srgbClr val="C00000"/>
                </a:solidFill>
              </a:rPr>
              <a:t>Rangkumkan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slide,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Mengapa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, </a:t>
            </a:r>
            <a:r>
              <a:rPr lang="en-US" dirty="0" err="1"/>
              <a:t>susun</a:t>
            </a:r>
            <a:r>
              <a:rPr lang="en-US" dirty="0"/>
              <a:t> </a:t>
            </a:r>
            <a:r>
              <a:rPr lang="en-US" dirty="0" err="1"/>
              <a:t>argumentadi</a:t>
            </a:r>
            <a:r>
              <a:rPr lang="en-US" dirty="0"/>
              <a:t>, </a:t>
            </a:r>
            <a:r>
              <a:rPr lang="en-US" dirty="0" err="1"/>
              <a:t>landasan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Sub </a:t>
            </a:r>
            <a:r>
              <a:rPr lang="en-US" dirty="0" err="1">
                <a:solidFill>
                  <a:srgbClr val="0070C0"/>
                </a:solidFill>
              </a:rPr>
              <a:t>topik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siapa</a:t>
            </a:r>
            <a:r>
              <a:rPr lang="en-US" dirty="0"/>
              <a:t> yang </a:t>
            </a:r>
            <a:r>
              <a:rPr lang="en-US" dirty="0" err="1"/>
              <a:t>mengatakan</a:t>
            </a:r>
            <a:r>
              <a:rPr lang="en-US" dirty="0"/>
              <a:t> (</a:t>
            </a:r>
            <a:r>
              <a:rPr lang="en-US" dirty="0" err="1"/>
              <a:t>landasi</a:t>
            </a:r>
            <a:r>
              <a:rPr lang="en-US" dirty="0"/>
              <a:t>)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sub </a:t>
            </a:r>
            <a:r>
              <a:rPr lang="en-US" dirty="0" err="1"/>
              <a:t>topik</a:t>
            </a:r>
            <a:r>
              <a:rPr lang="en-US" dirty="0"/>
              <a:t> yang </a:t>
            </a:r>
            <a:r>
              <a:rPr lang="en-US" dirty="0" err="1"/>
              <a:t>baik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nama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peneliti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yang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paper di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itu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Metode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diusulkan</a:t>
            </a:r>
            <a:r>
              <a:rPr lang="en-US" dirty="0"/>
              <a:t>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Dataset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>
                <a:solidFill>
                  <a:srgbClr val="0070C0"/>
                </a:solidFill>
              </a:rPr>
              <a:t>Masalah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penelitian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diangkat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para </a:t>
            </a:r>
            <a:r>
              <a:rPr lang="en-US" dirty="0" err="1"/>
              <a:t>peneliti</a:t>
            </a:r>
            <a:r>
              <a:rPr lang="en-US" dirty="0"/>
              <a:t> di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Literature Review</a:t>
            </a:r>
            <a:endParaRPr lang="id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CCFC3-5981-45DE-B27E-3541CEAE9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79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048000"/>
            <a:ext cx="7886700" cy="1514476"/>
          </a:xfrm>
        </p:spPr>
        <p:txBody>
          <a:bodyPr>
            <a:normAutofit/>
          </a:bodyPr>
          <a:lstStyle/>
          <a:p>
            <a:r>
              <a:rPr lang="en-US" sz="4000" dirty="0"/>
              <a:t>2.3 Tahapan </a:t>
            </a:r>
            <a:r>
              <a:rPr lang="en-US" sz="4000" dirty="0" err="1"/>
              <a:t>Penelitian</a:t>
            </a:r>
            <a:r>
              <a:rPr lang="en-US" sz="4000" dirty="0"/>
              <a:t> Computing    </a:t>
            </a:r>
            <a:br>
              <a:rPr lang="en-US" sz="4000" dirty="0"/>
            </a:br>
            <a:r>
              <a:rPr lang="en-US" sz="4000" dirty="0"/>
              <a:t>       </a:t>
            </a:r>
            <a:r>
              <a:rPr lang="en-US" sz="4000" dirty="0" err="1"/>
              <a:t>Fokus</a:t>
            </a:r>
            <a:r>
              <a:rPr lang="en-US" sz="4000" dirty="0"/>
              <a:t> </a:t>
            </a:r>
            <a:r>
              <a:rPr lang="en-US" sz="4000" dirty="0" err="1"/>
              <a:t>Perbaikan</a:t>
            </a:r>
            <a:r>
              <a:rPr lang="en-US" sz="4000" dirty="0"/>
              <a:t> </a:t>
            </a:r>
            <a:r>
              <a:rPr lang="en-US" sz="4000" dirty="0" err="1"/>
              <a:t>Algoritma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FE5D8-1840-4D09-9947-DAF64BA9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8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914400"/>
            <a:ext cx="8458200" cy="5095220"/>
          </a:xfrm>
          <a:prstGeom prst="roundRect">
            <a:avLst/>
          </a:prstGeom>
          <a:solidFill>
            <a:srgbClr val="E5F2FB"/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effectLst/>
              </a:rPr>
              <a:t>Literature Review</a:t>
            </a: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14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598189"/>
              </p:ext>
            </p:extLst>
          </p:nvPr>
        </p:nvGraphicFramePr>
        <p:xfrm>
          <a:off x="809625" y="1600200"/>
          <a:ext cx="7524750" cy="411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Tahapan </a:t>
            </a:r>
            <a:r>
              <a:rPr lang="en-US" sz="2800" dirty="0" err="1"/>
              <a:t>Penelitian</a:t>
            </a:r>
            <a:r>
              <a:rPr lang="en-US" sz="2800" dirty="0"/>
              <a:t> Computing </a:t>
            </a:r>
            <a:r>
              <a:rPr lang="en-US" sz="2800" dirty="0" err="1"/>
              <a:t>Fokus</a:t>
            </a:r>
            <a:r>
              <a:rPr lang="en-US" sz="2800" dirty="0"/>
              <a:t> </a:t>
            </a:r>
            <a:r>
              <a:rPr lang="en-US" sz="2800" dirty="0" err="1"/>
              <a:t>Perbaikan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914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effectLst/>
              </a:rPr>
              <a:t>*http://romisatriawahono.net/2013/01/23/tahapan-memulai-penelitian-untuk-mahasiswa-galau/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A793C5-F2EA-4D08-AAE4-5FD8D66E0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62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id-ID" sz="3400" dirty="0"/>
              <a:t>Tentukan </a:t>
            </a:r>
            <a:r>
              <a:rPr lang="id-ID" sz="3400" dirty="0">
                <a:solidFill>
                  <a:srgbClr val="FF0000"/>
                </a:solidFill>
              </a:rPr>
              <a:t>topik</a:t>
            </a:r>
            <a:r>
              <a:rPr lang="id-ID" sz="3400" dirty="0"/>
              <a:t> penelitian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400" dirty="0"/>
              <a:t>Lakukan pencarian dan </a:t>
            </a:r>
            <a:r>
              <a:rPr lang="id-ID" sz="3400" dirty="0">
                <a:solidFill>
                  <a:srgbClr val="FF0000"/>
                </a:solidFill>
              </a:rPr>
              <a:t>kumpulkan </a:t>
            </a:r>
            <a:r>
              <a:rPr lang="id-ID" sz="3400" dirty="0" err="1">
                <a:solidFill>
                  <a:srgbClr val="FF0000"/>
                </a:solidFill>
              </a:rPr>
              <a:t>paper</a:t>
            </a:r>
            <a:r>
              <a:rPr lang="id-ID" sz="3400" dirty="0">
                <a:solidFill>
                  <a:srgbClr val="FF0000"/>
                </a:solidFill>
              </a:rPr>
              <a:t> yang membahas topik </a:t>
            </a:r>
            <a:r>
              <a:rPr lang="id-ID" sz="3400" dirty="0"/>
              <a:t>yang kita pilih (boleh </a:t>
            </a:r>
            <a:r>
              <a:rPr lang="id-ID" sz="3400" dirty="0" err="1"/>
              <a:t>technical</a:t>
            </a:r>
            <a:r>
              <a:rPr lang="id-ID" sz="3400" dirty="0"/>
              <a:t> atau </a:t>
            </a:r>
            <a:r>
              <a:rPr lang="id-ID" sz="3400" dirty="0" err="1"/>
              <a:t>survey</a:t>
            </a:r>
            <a:r>
              <a:rPr lang="id-ID" sz="3400" dirty="0"/>
              <a:t> </a:t>
            </a:r>
            <a:r>
              <a:rPr lang="id-ID" sz="3400" dirty="0" err="1"/>
              <a:t>paper</a:t>
            </a:r>
            <a:r>
              <a:rPr lang="id-ID" sz="3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400" dirty="0"/>
              <a:t>Konsentrasi ke </a:t>
            </a:r>
            <a:r>
              <a:rPr lang="id-ID" sz="3400" dirty="0" err="1">
                <a:solidFill>
                  <a:srgbClr val="FF0000"/>
                </a:solidFill>
              </a:rPr>
              <a:t>journal</a:t>
            </a:r>
            <a:r>
              <a:rPr lang="id-ID" sz="3400" dirty="0">
                <a:solidFill>
                  <a:srgbClr val="FF0000"/>
                </a:solidFill>
              </a:rPr>
              <a:t> Q2 dan Q1</a:t>
            </a:r>
            <a:r>
              <a:rPr lang="id-ID" sz="3400" dirty="0"/>
              <a:t>, cek dengan </a:t>
            </a:r>
            <a:r>
              <a:rPr lang="id-ID" sz="3400" dirty="0" err="1"/>
              <a:t>ScimagoJr.Com</a:t>
            </a:r>
            <a:endParaRPr lang="id-ID" sz="3400" dirty="0"/>
          </a:p>
          <a:p>
            <a:pPr marL="514350" indent="-514350">
              <a:buFont typeface="+mj-lt"/>
              <a:buAutoNum type="arabicPeriod"/>
            </a:pPr>
            <a:r>
              <a:rPr lang="id-ID" sz="3400" dirty="0"/>
              <a:t>Baca </a:t>
            </a:r>
            <a:r>
              <a:rPr lang="id-ID" sz="3400" dirty="0" err="1">
                <a:solidFill>
                  <a:srgbClr val="FF0000"/>
                </a:solidFill>
              </a:rPr>
              <a:t>abstract</a:t>
            </a:r>
            <a:r>
              <a:rPr lang="id-ID" sz="3400" dirty="0"/>
              <a:t>, </a:t>
            </a:r>
            <a:r>
              <a:rPr lang="id-ID" sz="3400" dirty="0" err="1">
                <a:solidFill>
                  <a:srgbClr val="FF0000"/>
                </a:solidFill>
              </a:rPr>
              <a:t>introduction</a:t>
            </a:r>
            <a:r>
              <a:rPr lang="id-ID" sz="3400" dirty="0"/>
              <a:t> dan </a:t>
            </a:r>
            <a:r>
              <a:rPr lang="id-ID" sz="3400" dirty="0" err="1">
                <a:solidFill>
                  <a:srgbClr val="FF0000"/>
                </a:solidFill>
              </a:rPr>
              <a:t>related</a:t>
            </a:r>
            <a:r>
              <a:rPr lang="id-ID" sz="3400" dirty="0">
                <a:solidFill>
                  <a:srgbClr val="FF0000"/>
                </a:solidFill>
              </a:rPr>
              <a:t> </a:t>
            </a:r>
            <a:r>
              <a:rPr lang="id-ID" sz="3400" dirty="0" err="1">
                <a:solidFill>
                  <a:srgbClr val="FF0000"/>
                </a:solidFill>
              </a:rPr>
              <a:t>research</a:t>
            </a:r>
            <a:r>
              <a:rPr lang="id-ID" sz="3400" dirty="0">
                <a:solidFill>
                  <a:srgbClr val="FF0000"/>
                </a:solidFill>
              </a:rPr>
              <a:t> </a:t>
            </a:r>
            <a:r>
              <a:rPr lang="id-ID" sz="3400" dirty="0"/>
              <a:t>dari </a:t>
            </a:r>
            <a:r>
              <a:rPr lang="id-ID" sz="3400" dirty="0" err="1"/>
              <a:t>paper</a:t>
            </a:r>
            <a:r>
              <a:rPr lang="id-ID" sz="3400" dirty="0"/>
              <a:t> tersebut </a:t>
            </a:r>
          </a:p>
          <a:p>
            <a:pPr marL="514350" indent="-514350">
              <a:buFont typeface="+mj-lt"/>
              <a:buAutoNum type="arabicPeriod"/>
            </a:pPr>
            <a:r>
              <a:rPr lang="id-ID" sz="3400" dirty="0" err="1"/>
              <a:t>Pahami</a:t>
            </a:r>
            <a:r>
              <a:rPr lang="id-ID" sz="3400" dirty="0"/>
              <a:t> </a:t>
            </a:r>
            <a:r>
              <a:rPr lang="id-ID" sz="3400" dirty="0">
                <a:solidFill>
                  <a:srgbClr val="FF0000"/>
                </a:solidFill>
              </a:rPr>
              <a:t>masalah</a:t>
            </a:r>
            <a:r>
              <a:rPr lang="id-ID" sz="3400" dirty="0"/>
              <a:t> dan </a:t>
            </a:r>
            <a:r>
              <a:rPr lang="id-ID" sz="3400" dirty="0">
                <a:solidFill>
                  <a:srgbClr val="FF0000"/>
                </a:solidFill>
              </a:rPr>
              <a:t>kontribusi penelitian </a:t>
            </a:r>
            <a:r>
              <a:rPr lang="id-ID" sz="3400" dirty="0"/>
              <a:t>dari </a:t>
            </a:r>
            <a:r>
              <a:rPr lang="id-ID" sz="3400" dirty="0" err="1"/>
              <a:t>paper-paper</a:t>
            </a:r>
            <a:r>
              <a:rPr lang="id-ID" sz="3400" dirty="0"/>
              <a:t> yang </a:t>
            </a:r>
            <a:r>
              <a:rPr lang="id-ID" sz="3400" dirty="0" err="1"/>
              <a:t>didownload</a:t>
            </a:r>
            <a:r>
              <a:rPr lang="id-ID" sz="3400" dirty="0"/>
              <a:t> dan susun dalam </a:t>
            </a:r>
            <a:r>
              <a:rPr lang="id-ID" sz="3400"/>
              <a:t>bentuk tabel</a:t>
            </a:r>
            <a:endParaRPr lang="en-US" sz="3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Tugas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879C4-BE8F-416B-B436-69472FA8C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75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afb4df564abd6bcfdbc8158b65ff1214d2ece32"/>
  <p:tag name="ISPRING_ULTRA_SCORM_COURSE_ID" val="30C58EDE-E986-40D0-9AA5-FD175077C5FE"/>
  <p:tag name="ISPRING_SCORM_RATE_SLIDES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OUTPUT_FOLDER" val="D:\RSWLecture\romi-rm\test"/>
  <p:tag name="ISPRING_PRESENTATION_TITLE" val="romi-rm-01-pengantar-july2014"/>
  <p:tag name="ISPRING_ULTRA_SCORM_SLIDE_COUNT" val="1"/>
  <p:tag name="ISPRING_PLAYERS_CUSTOMIZATION" val="UEsDBBQAAgAIACNcg0Xpbttk5AMAAHQOAAAdAAAAdW5pdmVyc2FsL2NvbW1vbl9tZXNzYWdlcy5sbmetV91u2zYUvi/QdyAEFNgulrYDWhSD44C2GFuILLkSHSdbB4GRGJsIRbr6cZtd7Wn2YHuSHVFyYqcdJMW9sGDS/r7z950jcnD2NZVoy7NcaHVqvT15YyGuYp0ItTq1FvT8lw8WygumEia14qeW0hY6G758MZBMrUq24vD95QuEBinPc1jmw2r1uEYiObXmo2jsz+bYu45cf+JHI2diDcc63TB1j1y90p+yn359/+Hr23fvfx68bpBdiMIZdt1DKmSY3r3pQOTRwHcjYCNu5JErag2rZz+cv6Cu4xFr2Hzph54H5NIaVs9W3CIIiEej0HVsEjlh5PnU5MIllNjW8FqXaM22HBUabQX/goo1h0oWIuMolyIxP8QaNlTJ24zZAV463iSivu+GEfHs3Y41JCpBdsa+gD56sgQ4JAEQZCzn2TOwkSm1gSMsZT+GqTOZuvChlQtTsVpL+BR9/ZgTD6rFVRtqRsIQT0g08q+gTiArvw/CvwA1XfRBXJMQFEDCNoyHL50Jpo7vVQoKSEgDZ/wgn5gppJW8RyyOAYc2Gd8KXeawUymKJ7WQ8n5WQvJxAcJ1sPsdkdaESCgj15XYcnAhS9rrAi0zJnZVmY8L5/foHDsusSMole0vI2p6uTLGQP1KF4hJqasAwC5LtkzFHN3wmJUgpXv4WyIS87cNg7ArTz6X4i/EiqZzXjVN59nk6tXJca451IVhsWSZ6tBBT6gOWv7bYNMyh0iLgqeboi2KvUyc/BAvjo1rjsPwf4PqUpcjI3piv284IUicBPBig24fCd0dQWagDxhrKROyO8rxzsHQPOM5jHieIUfd9rDp+Q2Bp9FzOS4h8wcuXEJFeuCXZBQ6tMoxv8lF0fpKMoWq6/19jcRwBpC84I86ueG3GvpfcraFIsK+yGvhnDzDWC9B7CZrNQL353TD4oFDK1bAiQuBS1KkEH/SgXMxI7sM1uP1IBNLXcrEjDMp7syIhdqUaZ2QTV2n2uhtplOzK1m+66V6wp8d40UdXFAbne8ZbCMNCQ7G02iMvTGpTnNVD8uOINBy5ZNLw8jFowoOok5ZEa/hvXKrS5V0JKoPZDY5x0DWpDTkLIvX//79T0eOJ57Uu6jZ/a0XCXRoNZfIA9kfni54/mcbCcWjQ5xZdEE1B9gdruN51lS9SR6mFI+nMxBGaHSgyyxuPy7sM8xwcAHDwZy2rOGMZXcwWajWsheLCbkSQtHP+uNZviykULwP9rjZXAVMnXmEbdtcbKAJpIjv6ndagpiZbtUNR8INpyvZeIo9GDxP+Hgiip6EZtbv2hwarl4/ttv229H/sMrN/XDweu+6+B9QSwMEFAACAAgAI1yDRYOPv/JyBAAA+hQAACcAAAB1bml2ZXJzYWwvZmxhc2hfcHVibGlzaGluZ19zZXR0aW5ncy54bWzVWG1v4jgQ/s6vsHLaj9vQt+2LAhVtg4qWBg7S212dTpVJDPHVsbOxQ5f9dL/mftj9khvHbYBSWnMnVl3xAeLMPDOeGc8z2Dv7ljI0Jbmkgjec3Z26gwiPREz5pOHchO33xw6SCvMYM8FJw+HCQWfNmpcVI0ZlMiRKgahEAMPlaaYaTqJUduq69/f3O1RmuX4rWKEAX+5EInWznEjCFcndjOEZfKlZRqTTrNUQ8szStYgLRhCNwQVOtXeYtRmWieMasRGO7ia5KHh8IZjIUT4ZNZxfjlv68yhjoC5pSrjenGzCol5WpziOqfYHsyH9TlBC6CQBx48OHHRPY5U0nP36noYBcXcVpgQ3m8Aa5kLAbrh6wE+JwjFW2Dwag4p8U/JxwSzFM45TGoXwBukANJzL8HbY7Vz6t0Ev9Ie3V+F11/iwgVLofw43UAo7YdffRN4Wvj/wh34Q+oPb805vQw17p+Y6/nWr091Q55N/PuyEm1oKWtebqvSveoGdztWXvj/odoKPt2Gv1w07/bkWFOJSHXnucqF5UJCiyCNS1ZmnkiIdcUwZHNIn1SeJgmPOcD4hoWhTKP4xZpI46M+MTH4tMKNqBt2gDt3gjpCsJTMSqYGu9oaj8oI4czgDCI7BEaiO0uFJdZSOjpe27hrr820966VXNYl+IpT4wd7v1g8r908OXnZ/jaPelMZEBDjPyxaxuoFXXdibd6Pd/Q8fXvZijTUPK4WjBFoXhLaMkecuLj2KjQVfqhD9jEaCxVVkSToicYBTstCRh3eUt0Fy10FjqGUGMW/lFDMHUQU5iCplWYykoqrkgPaiJAIs4BqCrocrOYkSnMulwq2ip9tu1Pw9EIrIP0wwzNI6UT+F+rIR/ERGkipiI3pOhRWiKFiMZqJAjN4RpASCgilS+JUQtMgiaJyLtFwFolNIMkgpmlJyT+IzG0NfwERagCZwbMaIMha+FvQ7GpGxyAGX4CmwMaxTafB3NgLOsJRzUPzo4zvDDZ3g0v/8Tm8Qx1PMow3BoSxJmqlt4GPYOxdggjEB0VyAgMhEuJCkzE9M41LMZpvWthM8LZOuE1mCQrop+GMw4UUEB4jygtgCRpgjwdkM4Qh6vdQlNKWikLBiisVAy//koFFFlJeuTuCcg7E8JrkNWn13b//g8MPR8cnpjvvPX3+/f1Hpgf/6DGtrhgAv1s4ldlpPppNXlNbOKNZ6m7r5wrxirfnM1GKt+3R2sVZcmWBe0XxhjlnRbYs81Yc/Xsnn8yPtA/2t0oPnatp6nsVK1n+LJDb0W4OLKwSRvumGw1ObcxYIBAGLEjioY/0PyFKnHBFsZHs3IaTOt4LVGbIRhFL6zQoQkm3VuezMBj2rDX+0kRoY2u4vULYV/+OcA+n+FKIBzAcTM4zAhMBoCqNQ/FO0/nWtYpussbVu+kM64v+a60073VJHJDiPEiiirRXem2ecbYb3LUXMPFUXGks3GNU/6+UrNv0mpZymEEc9rFb3cs3Dg7rnPv+qVgO05fvKZu1fUEsDBBQAAgAIACNcg0UE2GJ3uwIAAE8KAAAhAAAAdW5pdmVyc2FsL2ZsYXNoX3NraW5fc2V0dGluZ3MueG1slVZdb9owFH3fr0DsnXSfdJKLRCmTKnVrtVZ9d5JLYuHYke3Q8e/nm9iNDQkwrEr4+Bzf6/tFid4ysfgwmZBMcqmewRgmCo2IxyYsv5mmjTFSzDIpDAgzE1JVlE8XH3+2H5K0zHMquQN1qWZDM+jNzNvPJRJn49sc15ggk1VNxf5BFnKW0mxbKNmI/Kxr5b4GxZnYWubVj/lqPWqAM23uDVSRT+trXJdJagVaA7r0fY3rrIrTFLi3dNV+LtT0pk6//kC2Y5qZVrb8hGtMVtMC4iBfL3GN84W9Pc7KHNdpgYG/xlK/fMY1SuV0Dyq+/O4rrlGFrJv6f2qkVrLAgMaa00l813BJc9t+6NUVrrMCfBAaOpsFF572rXcByX0N+55guyrJnzCuBwMBk55yWBjVAEn8rjvTpXx7bIztD1hsKNeWEEI96ck6/UQb7a+JsZ73B96YyAOSA3rGq+RNBavO34AY4z1/tbptR0Xo3zsWOKhg58DAwx7smb9tWI+YAdgznznL4VHw/RH98KTT+BTfUpfM09G3pyCo3fp4+Z0/RUsP2Lg6MO0Az6lkDguN7rywCjBrJGmxzqXkyCci6I4V1DApfiEv3beP0SQ5OHCVNlxXxDDDYajcWh/tkA5dxm1cjC6ZcTV2vwn927r9xNgRfjOlxtCsrOxvkp5OnM72iDUyTYYVOCQtHdS92MhA09oeE1VUbUG9SMkvNSOkAX3p9bLrrDE6SYIYkGQ4yMRdMhR90VQpqLVNGgNfNTHW8UpWlNz+mVcGb5DHgpHDTmlKe52g7L0oA8BVAFCVlT7/3aY7qRpuGIcd+MYPgPbBYy8j2pboWLUtzQNsTDgfHHJQkAEhqEg3J/pKiedHgA/wX61bg4Lu4PwANjTV7buipvfzt784msh+kGHhha/qAFdI0c32/DiAFsR/JP8BUEsDBBQAAgAIACNcg0XaakCIRQQAAAsUAAAmAAAAdW5pdmVyc2FsL2h0bWxfcHVibGlzaGluZ19zZXR0aW5ncy54bWzVWNty4jgQfc9XqLw1j4Nzv5VJiiROhRpiWHB2ZmprKyVsgbWRJa8kwzBP+zX7YfMl07ISCCEQsTXJ7lQeCO0+py9qdTcOTr/kDI2IVFTwurdV2/QQ4YlIKR/WvZv48v2hh5TGPMVMcFL3uPDQ6clGUJR9RlXWI1qDqkJAw9VxoetepnVx7Pvj8bhGVSHNU8FKDfyqlojcLyRRhGsi/YLhCXzoSUGUd7KxgVBgRdciLRlBNAUXODXeYXalc+b5VquPk7uhFCVPzwUTEslhv+79ctgwfw86lumC5oSb2NQJCI1YH+M0pcYdzHr0K0EZocMM/D7Y9dCYpjqrezub24YG1P1FmorcxoANzbmAYLi+58+JxinW2H61BjX5otWDwIrSCcc5TWJ4gkz8de8ivu21mhfhbdSOw97tVXzdsj6sAYrDT/EaoLgZt8J19F3pO92wF0Zx2L09a7bXRLg7NcOE141ma03Mx/Cs14zXtRQ1rteFdK7akRvm6nMn7Laa0YfbuN1uxc3ODAWFOFdHgT9faAEUpChlQqZ1FuiszPscUwZ39En1KaLhljMshyQWlxSKf4CZIh76syDDX0vMqJ5AM9iEZnBHSNFQBUl011R73dOyJN6MzhKCY3AFpldp72h6lQ4O50L3rfVZWM96GUx7RCcTWryx91ube1P3j3ZXu7/E0WBEUyIiLGXVIhYDeNGF7Vk32trZ31/txRJrAdYaJxm0LkhtlaPAfyx6UBsIPlch5jvqC5ZOMzuAYmWQ1IakmHmIakhyMn2qzVHoS8qgjA12qzbgeiHLSYalmivFaT5MI01Ofo+EJuoPG54VLVMNc6gYF8WPpK+oJi6qZ1Q4MYqSpWgiSsToHUFaICiBMof/MoIezwU0kCKvpAwrjRSDQ0IjSsYkPXUx9BlM5CUgYWgWjGhr4a+SfkV9MhASeAkewXgFOVWWv7YWcYGVmpHiBx/f2W7fjC7CT+9MgDgdYZ6sSQ6FRvJCvwY/hti5ABOMCcjmIwrITIJLRarzSWlaqbmE6Ww7w6Pq0M1BVqRw3BT8sZzwIIELQHlJXAkTzJHgbIJwAt1bmRIaUVEqkNhisdTqXzlooYjyytUhrFJgTKZEurBtbm3v7O7tHxweHdf8b3//834l6H6idRg21uxIO1+6abihnuwbL4CWbh3OuHXdXLGBOCOf2UOcsU+3EWfgwk7yAnLFZrKAvRQyN5c/XTjP55fU+4G2OB4C3wyT5+dSNcffZiz1wkb3/ApB7m5ace/Y5eZEAkEKkgyu3sD8SnHEVGPcRbd9E8NhhE60JucuilAcvzkRwvE59SI3s1HbKeAPLlpdO4g7j4aw00THksMY/SlUI5j4Q7tewMxnNIflJv0pmvmyy/+ac+DV+uOb9LjVu7ftgD+qxxEskwzK4tVK6b+fCj80Yf+nHNhv0xcDc28Cpr9Q519VbYB8/gXeycZ3UEsDBBQAAgAIACNcg0UUl4q1mgEAABoGAAAfAAAAdW5pdmVyc2FsL2h0bWxfc2tpbl9zZXR0aW5ncy5qc42UTW/CMAyG7/yKKrtOiH2W7YYGkyZxmDRu0w6hmFKRJlGSdnSI/7465aNpUyC+0Jenr2NX9rYXlIdEJHgNtva3ff50n60GqBmVwa2rsw49RZ1olixglqTAEg6kgeSHV4/y7kT4jAm3pvPiC211zY8I/GdJma7j0mOhPJr2aLlH+/VoG1/iP6eyfVVVRbU2zzNjBO9Hghvgps+FSqllyM27PfUCG7DIQV1AlzQCxzS0p4s8OT6FGHUuEqmkvJiKWPTnNFrHSmR80ZV/VUhQ5QdfV8DgJXybOHYs0ebDQNpMPBlidJNSgdawz/s8wfDCjM6B1XwH9pxBHeN2QQ06T3RiDvToDqNOSxpDq0vDEYaL8dKr1c0Qo80Z2JiKeLjHcAhGC1Atq/EjhgMKmckrPqBUIsaOtNB2z48oE3SR8HifeoDh5fCyaNvVvVOh9vpj4oyQaIzQyjORadfiuGLqjXdwdSPr1DfzzCdynyg8ieW5FeRcxjS3CD5/B4QaQ6NVWi6HcjGWXaBqDWomBCtv/3Nhr+bHa1apert/UEsDBBQAAgAIACNcg0Ua2uo7qgAAAB8BAAAaAAAAdW5pdmVyc2FsL2kxOG5fcHJlc2V0cy54bWydjzEPwiAQhXd+BbldsFvTAN1M3Bx0NhVRSejRcNT684XUGGeHS+5d3vdeTvWvMfCnS+QjamjEFrhDG68e7xpOx92mBU55wOsQIjoNGIH3hinftHhIjlwmXiKQNDxynjopl2URnqZUEiiGOZdgEjaOsswYUVZSTisKK9v5v+jPDQxjnKvL7EPeoyl7UauFU7IaKnN2KDzeIshqUPLrrsrOlEtFEUr+PGbYG1BLAwQUAAIACAAjXINFlBOzImkAAABuAAAAHAAAAHVuaXZlcnNhbC9sb2NhbF9zZXR0aW5ncy54bWwNzDEOgzAMQNGdU1jeKe3WgcDGVpbSA1jERZEcG5GA4PZk+8PTb/szChy8pWDq8PV4IrDO5oMuDn/TUL8RUib1JKbsUA2h76pWbCb5cs4FJliFLt4mjiUyjxSLHHYRqOFTXv/AHpuuugFQSwMEFAACAAgAg5n1RM6CCTfsAgAAiAgAABQAAAB1bml2ZXJzYWwvcGxheWVyLnhtbK1VTW/bMAw9p8D+g6F7raRd1zSQW3QFih3WoUDWbbdAtRlbi215klw3/fWj/G3P6VZgBwM2xfdI8ZE0u3pOYucJlBYy9cjCnRMHUl8GIg098vD19nhJri7fHbEs5ntQjgg8kqfCAnhMnAC0r0RmEHzPTeSRnsFFZuJkSkglzB65z5C7i7Qk745m6JJqj0TGZCtKi6JwhUZEGmoZ55ZEu75MaKZAQ2pA0SoN4jTYlfk7Gp9EptTsM9A9ZGbeHrgmaTmetRiQFKeuVCE9mc8X9Mfd57UfQcKPRaoNT30gDlZyVpbykfu7OxnkMWhrm7EqyTUYY5MobTNmVmKxTB2tfI9UDpsEtOYhaDdOQ0IrLJ0As23MdVTz6AGt5dU7UfOWfhv7vWncSuVo55zlj7HQER71IZ11EsjoMCpLyuuWHfTQdNCtZSKOgl+5UBCUn9/aFpkvSBWw7bgyT1cXPh7g2y33jVT7G4RhF9UKuq1obiWaW4JaDreNvu4oSHPbLXCTK2hKNWNPIgD5hSvFbVtcGpUDoyNjjaVDMKPVlWuROkFYZJL47B+0sX4jaX7q15QpAf9DmE9I1NZEpAE83wr0MZBgTQ1gsa3NNVns2phdTjp/THp9PTBVOdai4EUcw1UIOIYBN5x2dnoICoprdPFzNcL2Dg6CIxFGMT5mkmF8epAm4Wo3ydA7OAiOpb+bgLbmtox0XMdRM7UdxOjEOmF+ro1MxEvZnoM9Y1ZlH742cs3RdSbag/P5H6M4iNEM5pZMrC771ttXzeG9nVOjO59NVlkG3YrzACbPKq9mFvJs5BPAluexuenn1OzDHnSU89R0THN9x36XxVq8gFOIwP7pFqe2JhHYnvHIh+VpjwH1xO0yCF+apiIyWktSqXlIOYa1eRJQVJhqVj6i6qGSeRqMtHGz7uegY9xV1wq4E8MWM12cYPPJzCPv8aW+y8XZRXeV88VFgy3zuq8CV7m8YVXXCXedQet+bS/C6pnH199QSwMEFAACAAgAI1yDRTXb2a1oAQAA8wIAACkAAAB1bml2ZXJzYWwvc2tpbl9jdXN0b21pemF0aW9uX3NldHRpbmdzLnhtbI1S22obMRB9z1eI/IAljW4LW4OuxZCHQhPyvPWqYYmjLSuFhKKPrzatcdy6tJqnmXPmDDM6fX6ckn3OZX6avg9lmtPnWMqUHvL2CqF+Px/m5dMScyx5c6rcT2mcX3bp67zWWjWXIY3DMtoVzVuMwttDSmrlVMuYYRRJ5qlXyHluG9aB68A2zFFi+81vEj91l7iPqVxW7Tdn6J8Nu5TjUnZpjK9bOGe/h843+LgM49R4eSvYGvU4tTq2BmKES+4r1QAgkOWOOFyl7KQmyGPGMVSjKFBAhHPSiUok5dCy0ImmwnwnEJOMUVepp60baW0ctVVCR4hu07zqbA3BSIwRIQSYq1xAMBg1NjQNDWo9IDgwIKo2mihAwQYTWPXOC8uRol5gXJkxgPHpuKft3p/rVP3vdY7n/IfgxS+4iK7e2lwwV79/XpZGvo1P3w5DiejLkONu/HAd7m5urn958s2/R8Zq1LbxX339A1BLAwQUAAIACAAjXINFx7KmUwklAABEUgAAFwAAAHVuaXZlcnNhbC91bml2ZXJzYWwucG5n7XwPWJL3+rc7ndV2ZtrWH1EU5tqyU04iFUsRttW01srV+qOpUJFSKSqZioKwnc7RSpBVm1SmbHP9W6WlSyhR2lBYobL+SQjC5EmpQOmRBJR/L+jZtE57r/O+5/e7rvd3vXpdXlwPz/dz3/f3/t73/f3cz8PzHPxkXfzMvwT8xcvLa+bqVSs3eHm9nOXlNa3olenub2A1v5xzf7yUuyH+A6/azsBH7oM/E99f+76X12X2a/btL7uPX81ZlZTr5eUj8vy/JMk+u9PLa71i9cr3N1JwAz3Gsj5Lkgt0rnW+5Hzpg8GFu2YZf1bPTsrevWou4/QPL6eRXj90/tTcjxbtOZf844YU1q/sjaEbObffWNsNJZEu7P5obUDl1uUaY6SiYFSdUDuSEq7rVjjadejqJ9vSdSfDde2GzhjD4pAQY/THzaAYWlpXPJBRimCMSIktT/6B8PL85bws9oFWZmY25Gb78lwg3HVYDfF8/9l5P+jAw0x+8fC9LXcW/8nz1ZOHrZupKFXLSH/lo7ljYMrTHQ3FWwT0D/KDx47ZuMxGY1HvP/xuv/bSxPn8l8ZPsnvneT63Ebx5Y19ACXyPh7zuQ0Tvej6viyFZY0NR4pzX3B+/PNWWIWA4twUifZ2Q/sV3y17TfnygITgmPOyn8QFP2hB08El/Zbaam/H2o9I2xSziyvz8jePyZ2pGOgsGEyKOPO3UMn/uLD80pv7r9498X99Qs2NM9a4vvvveYDg7rjbg7XOLYmIWlSR7Zj999fc3pyD/b0D2xRYNXJH7FAyqlqMdT+8Qq2lDN0SzE9CX/woeEwNlkgB2km3hhFCSEPJetlpwvPxU8jy2gtLEnhD7i7kpT785mombAd7Pc0gndCuzyxBlOevB++xHgz1NFs2deZMMUyKgK+uOSufVDCB5d+59VRU0dyxe39vfqNn7SnNW2B0ICUGNSSUpFOuRKk+mROyydcx/aOisiimlWgZ7hF2A/hQHF00NVRC8/UgwEiI3JrX4mdGE/syMNDYy5bu+XdRbyke3vnxGyS+BjZvNkBWbUN24B/lF+9KI8W3j8f/1AId1YrsHeSFPvQv6Q9XkqUrjOi5dqZdAOjNIP8zsXjdZX1pN+v2tbmOS7v0RqCJ15x+Bcv2CSPsbP53Is2664qy/x0LRw6U1pF/yn3VdpKjrJoxwICymezrpzMSi/uCoXx+eedGALCHEKb8emDxhPGpPycWvYsU+LxyfvyvmBQ64vEL518khkHnXO3kxlRn0wikYXmwj3x0bo+ChF05txb52yvkXWrnkmuGPzhQcBze/0Kztig8lyS/2xoUyJu/FftdtYv3BmYyLf3Rmk+6Pzvj9FZp95ZmlT/Y5IaqKKRjEA2CBO2qfIkvKGgOfG1Mpadc/XNoBXHzWSaZXioJSG5HqPc8sTYGpv6OA+Y38Q7SZcOh5TxC5xaigD+v2UwzXnJNBlu6MuqAsFf+wT407fZfDmmoZE+Y/LJoz7WG4DH3U57vkOex7u5q4/x+Uv6dPikb6OL7uJaGWfvrwihwXY9sKkLr46GsPh59JXpFeQeTGosHW2cYcQMwSrUE073NtVS6CmUQLp8tDuLShHF1nlQ1eeInPPcOljxoc1uqTUZ1iCbCXdH6yvgDRQIr3CWSi+OzVNlj/qiJ910VRR2WU0fX4xx2CFndJU9gyZPxIVVbDZNTNEuXDER0Xa6Og9SjcuuDp7dbEFAbaFKEW15Xy1QvjOvkd/MzlRZ2ctnCcTirRBXAkjnKtHOSL8769InndMhsv4mcmpczjZresncPNhdVyuAXOkwA18lDdOy2nySMQRrxJPk9s+dSXN1nvod4l0CxCJpMtOQvRKs4EVx+EruiDoLM1LcXm5eI+wmcs4mWMqT2cyGERjeXSHXeZeEka2UbB1sYckkG1prY87RBSXS6BZhO8LsLiVQX2aHWnBenHjsyK8ZO1smTLD9kg0zLQFeRKMpc8snCQmALjhoRBEZJZ7Ay0mE+jOcC8h70VExUAhkPCyoP3zSNoKa9+DgkFok3h6wivBHHYYoh/27CEEtAmAUytEm2urGYXTc13QuIkgH9bHuCMI4+cLQokFzLPZLStCuL5syTLGM0moLL0wcI4hXuzs+xpQWMYqgUY41DGQe3lMOxp+qTk6J1bs92bhQzs1AIEShDhgYq/NiX7wEuRmHltSshiQHEGmRKG3eJ9zEQCroGoQ1LJKrchEh2rX7L3sASJMRayvslH6yNhRhrjFuVjwk4cCjPPMtcoY4e0dJFtBnCnBj88ac/0rUNG1H41swzUUxbo0Z+UQGLjCV4svTh8K2Biyq4IUg9Iv+XTBPC2NNMX0diKx+SUnXxWPyfugLIdHx8Bu0OxS8USbYs4nM7Z8TRShbk2OZQXx7XuiWgvaYOEcIB0Afq9A5/vXb5OvM1f1hIkS6zCl7x5iAOFyCgsKSJaVRtb/vBbEUlloXSRBKko2KfomIIRq0Q+p41wHJ8ffEjZSjjAQ/og8NeCm1ijk4pNqfyyG5ZFL/ycEsOuJCso0zPmIPBLpt+FfArIyc0LS6R8p3XYiq7h9+zls74p8P5WN64qArdjO11VM5IrfhKgda5QhYWx3XFM6SejputBK5Db2gfktj2MYWS7s2KywyBrdesjFot/MUQjUe7J7GCe5I4E8A4SD5dLdduXijsg4e7IbEYK4sh4Ux1g6iTsYX5LrgIvdLvTg1fJaN5Ma7EKpMRp8SbCVoyzz7KkNkqsmsVpI8WRseAyoN7a3fBNomOKRU5B/n1I77AcL8R2rLodUxb+1u9DSvzwNPDJfrj9V+fK+auxoZ0ly+ZPSPa0eD7ZAlDsOBd3xIdI/ODkTMVx8utjUK/PWOMFySuT+X/Y8HldQv6bInYVgW1+vnUto4895mNXbTj5MnlBq+KLKn+/7eMDrFo/IYVi6ogyyiKPPBVpMw9Mnp2RpouxhASsLiKS43b+XhDeXL1popyu2rBpguIc2TiJ9r+9Ke3fgPTg6CN9omaqpbPVllvXbO5WSPBFj065t9/zfRJgwBp4nO/kc/uK21l6doUQVlXQ3N7tWH1mw4QESb57uxYdTcAUUrQHQ2A5NvOATU7JmMVix7rbIAt2aLOULVGO5Ia2DXOLzYoGCzBQ6BYmrjOqm6mu+dl56uGlGZaQqo8mLAz8lNmI3CPOgYr6l5SokF/i9vHdCBnZTRcapFk914bNEm1SHYjCwLJli8N8a9y1PQW80HOrUA61RJVJFlUVTchKaYSsl7xns5tkGtfD5LY6AEC2xPkFZenEDdmc/buZZ0GQQsWRCyEsfOnI8eu61IQNuInJcUhoZT6zQSoOT5fou8Q2NpUfxN4twA0UystsKUd2jq0i5UGYEvJJw63IE6XyL1ItAnb8FqSqnPgnti3GWOS/enwx4wfrUyW9qKL+48RONXx+Vn4zeIx4ZFwNW5UGFemGGNa5bXUSvUZsQ9LEtmRIliTDVM5Zu8xYdESdNMnhEWJZMi+rx/Xz2HRMb8bE3aJ0KG/xcaifcPdyoCzZ+tSE2/snVj/nY+RP5cQutaDQlJnJ4oF6qxV9uzwY1Woz1TVw3jpbovxYtSBACHuXEcSSHE9FhGN4+25OgmeCG14xvRIT19knDVkpvRUpvpP5AyvLQ1wK+8Goax6mJQknV+6yF/1gz5tjoboXFMhdcyblPwrM/+GQC8MOI8P1ZCCbYXvy+HwdzGnCumbfP25VlHNBaxJ+8USSX3HqhU79kx4j3TJ2jch14LvYuVglGA7D6jMmpF/ajJ6fcNt5nt7V8HuBS5TmLK6KG5fDSvq/PCAJjcVGqucSQJBTi3BqSdyRdqIPQvDkJ0fGXf+xyodKv1gaqaI79HiGEggdxMaF7UY4LAyXpbcG7njYax5QnsPaGrBNjI7hcSdBGzYT+azPn8JdIFwmroFU7HjvEA9svy5Z750CJmov/lCqJYbSa7WyYR3GcnWG89RK+3I2sUecJou1qBzsau5YPd1G6HrszUP+Is6J8AM2eK9mA8d5+JGbWzpLCLsRLO4ZU4mi8P5Fev9knXIFk6gKK2PL6pr992/w/mT7yImT4IUfyUnHJGf4obXYLGxY2eVFcUCfrgwvKRYO3Vz8SHe0NlmGsRkUQuYx7u6mUCcT/yCJ95uHztuYSghTO1Ao2uDdhMSwgiNr4aLHC6vfhWjryT3raWqIezUOvY8qUUHOudkVCI5ojzeuTwnByPlCa94XtRmgzvYWowSxN3YsZK6LL9zzz6oZicziTMvy/p6ssJ9oIDvAob+AmYq+Ne+2PoyufgcKZNqLVBhMgUoG2VNjDQSShG7Whw2QrfyyNmPcrqDk8zGqOODUazt2soiCcuLdThk9aEfKiRmnIVt0UsJnAW7GSKf/9e8ULKZiLpClyqejsmktplpEaqlWlm2/iqOe+zuIWNXP2H04bSyW7h+7Uh6URZhTxV0dE4AgzGo7FoG7vQ2FrUGVnLMmMhOAU37fQr6v2L8pxSUgL8qCzwdTvFvvHXuHdNWqgGDjk0ATUtwzgt+68/eIIZQqIYd27EqdN/825HgFImPW/E+91yOt6SsyUlDVLKjbKHpYWJmeqXX3GGJdankyCNHZOLUEwrEgRlc88q5Y9knKPG2RqU/62/p2uXkw8zvkBbHUr/XnAE9JDt8DDGdIjs3pXx9VC+XBZW8weWQlsr1z/uDC6tgYsRrZXS7jBeZJdJWlFygXFLqT2X5ytn6jDPclbBNIXEqvEL/XlE4SRI7lbGb7VomPm4GzwHwYq0J2qWrGmcI3WVozUA/5hNAeJNOy9J112VDW+jx3a2Nxr7YDCYkHl4nPuhu0q/ZEWssIUqJLLG+6Pe8Q9gxIzD2AlYLhS13eJSZx8m9rn2fIWbwb2tYg0oH59AW2k7/F+VLVR3IhUl0d1f2fpvMfHOjvbcHH0ixNmmbX4tXUULoYIBZfnOBdXaNOi5Bh7Y8SFpoz0du4WiKa3iX/n0YlzxYBrCgfhkPOKLaKsHaRKNtlzobT+7bQX+b3a4nL6acBYgxdfH4Ckaj/agtuOXr47qellVHZf4qZiwXAhpbNE9U+o9hAgK8phW3Da5912FBm8rKZz41Nm+Z7KeGZmo0a9LL98MwQYJ0VhLvI+WG2YqKma2Ii2y9mql5FGor1yZodZzDD5xJOCY0G5dZJO8pXrJgfc5qyS5R3npe4RDVY2WuOuDixMYm2KvizvXm2dH7s2ucM+rNooMU/K+HOlOgp0VOi/23ReSVKtrsWEOulFc4BjXMgqJo6eJWHSMYJh370pS9xWAu1LWqX08JtZqgdqf16/+qix+d4WCPNhncN47ENduvmC/+qLN+QYzuYQNMaZB14Zx/+NAfxIbKxU/xroeJ11EqFRDabMMDnmgYRLRVl9FgRrbLwQpXReExGvfd85ShRFsek892VzyEXbRGO3mvg+QW9LXcyO0REdPiwr/NX3844GZjZ5e4s6oAictXCJiN/XQqM06bzh+N9zgEAmeumLnRxGniZn4muAMHgLCi3gDaoWFwn2Gs1ELHU/Ko+XVVdFKMlfvfkOnhTXLWN38MjlCjBjxV9b15dcGKGdIn4l4VqsWTHE29kifjhiIfaGjDaUz5ahzVRxZgj5xrntyZGT++DcHQcAkTO1pJULkjiioiWakocWYVX0Wm1YJ4v2UZWFn7NsgCj4HJttNvCSkommQsQQDrqL/grVyYV8cXQgr/15mui68gxvke+2oWOyYOs2DUnm5DIEn/hLyJ6VwG5OwnGDcyLgKn8cJRaVqKkGEwZMrFXTEs1ZCOH8w9Qv90JazfKLFEYGDvkEA8wS22FG1/gY+qXIpIZXBJW9k34dJmb7DG7IAR3C3Z9eVbDHAR7liw/SPZd0PzdKFUn/DWT/GgkttGAMtlMOhicjSeylOiPXhBZpEJ+VVsa8udyMF/Vj0beF4fnE66z8EQRybvJpP+1Ey/jr0tr6bA7C0UDhXhNTeO/hrJSFJhFCK1ixCbbwlFhyT6VbpKUGEMPQlTOImQK4Kzt+yCID5eI71OO/53SmCXgzuQBpyDihr2EB0FshmDdIGV3CSUQGN5LJFeB7WoKQ4UZRFBZSgoaANvSbqFh2EUvzgiKWW8fehn5ZbWFefsK8US5VGs2LQsQpXufruGrIRsIiW6TWgH/tlXRMDxNPTKcJRkGAOAa8nq5XqJj2SBpNaQDtyIxeOYPJsv8km4rJQXDQMNE1hP9EsvZF+Rml3/W1ZYXLEu4qvr0CwLCm3fmBbEaJRrYvXVyA1ZPDoFkWTpyqCemRE+JnhL9H4lGqurx2OFPsV85WxqyJ1eNrk8TYr/yQV9vaZWNTt6jhy+zi0ODCj8rPsgdvvIcMwcvJN+/avVnP3Pm7OjjLcIi668zsMd8MNeH53muleD+my7jBN5xb/Wa+tzbky5mSeaI1LyW4XfzH3/KHb3r0Ox+dHHCuGULxmjIldAJZxGWerjGZunUoKlB/8YgJVI0IEUIaXyqZbDXc6vcdHsNokf4wF7NcI6IwmXoXMroozMyVUuxzfkOu46i4hQGmoYBNzUooBXLr07kbvkNN/WVePOislTLoFnGnqYClAq386yg0NSvuO/PexWke19lN1ACOf5JOr1kl607o66qWWg4GFLNd6mHn7cqrVQJQWT3XMtzbcneNPMr0LuHv05QVRl/B/K+5GwTbUGGalAgFUt0siDCEL+DwojQJCzL5rNs/rKFsGkDNAekVieLweBTCpz0dnZxi7Ni4h5t7zHP1l7MUkKWIIYu3KOISSkI3NLtScwqMFTNR5fcHlHwgXpIGVDv+XXAABiphsPZetXVXJ0BhTwpdozdp06r4bP5a1XxKgzVgLwkTgMut9oInwXJ2TxQv7A2ahAxmOHNQzrFNgApJokJqr2Tkvyohzy66dZR5MYw7suVcwl6yDJCO1PJ6g0XawpTWIcjamdnAyjyyMISDV8IWaFjs4OjDinFDje/DJAfVLI6oVWElCq8ODgrSqzN5HfAqHMsVwTCkWvJ7z7nxsuiAUgwYml3elt4EuFXJhguVlAYu71PEd6skmJgvOOacjc/p/+0i+ZMQ94W/xpdfThmunZkFHA2yJCDCAzMiCA1/+sSI3eWc3z5q8gOA2MlCofbtvxsJ+vzfXOMEl0ZW4ZomkXQ25nKq55b4CRvcU3mvtR58oMSf8tyPANda4W19uUCzgq249rEz4NESP8sy0C9aIDy188g7xO+DBSnKbxi4u6B7fcWxsmRzjD83u0tmYLM9wXwNkiA5bKdgl6Rz6zXuYklXUzSmhU5UG4GjAAUAfpUH956dBfyLYl8mW+bicCU8AILeYmTyulOd/sg9eEh48S7rs5pWxKtxs8D0pgVyD0lkAgdJwlCIKU00l4tgWyQDPQT2zvhbFkUTp4/AunHSy4FcBm02hETS2tqZ0dmweFlkohaeLaEwOQBuWGSXyHHOVyifvKdEPfOp7fLbvwg+69J1uQCfnOBUe2wwAwCdobtOU3ujqzYnatGYYHTloAGWx2WfT03nw37/PYcqnphDEOVQy1+LiPyFb1m84CSWGOg5A9AdslslH26zqoGdimxulAsXZgpeC4OeoiqzUbh09triEb2ZRTd8eBoQnVzHaniuUX9vlRJ5BabPb+9aeCJ0A/2UJ+zmjpHRBKs/AmtKuHg6SOGvaS65xRtiVWpm6mWHH3XxQZLjRxH7chpAp9zVVCMKt01u94AIO967jsZGB/N209Kwfhe7cY9l3jl/lkAY8m8uvXQGoN96xVdMfparq7THUCy6/capf/irfPFnGcn1JFzPu05kd68rRVTg6YG/TcNasuR0h0mrMv0HPeb+iHHFGQKMgWZgkxBpiBTkCnIFGQKMgWZgkxBpiBTkCnIFOQ/guAYjmHbHebbzQ2TH3OheB4ywVp/9B17i8Bzz5Cc9sNRep+Iodkq7p63H+XkP/P4yX/BIy7/OxHGUa5rhDttbLjyv1DjsZoSZTbDpixNYIzeKfUtfrii1NJiaS49U120J1dLbgPKJP7sKFu0Z/Cv608UXMm8cy1MC5Ym0IeOcrrV2mvkSrLNkIv3A611e6mCpzk2VjYNeJIhNGc82t/zPUUA8hvqZnjQsH/U0foWVxa/sTM+Mxu8koY3hdbm9uS3lR3Q3CmjOTh5j3rNANxFGfXihcEKzMP7irWzucuOpjY+lQrt0rF3WBitVqxdhA2kGy10Y3s8dvRWQUrnvasFRrVSY5PR+sN9U1Cultbhfmk6SEXVWjqy6abPpWIJYtRWpOYeLiXD7w2r3dO7SK9KNQnX0yCuL6LNScMwj33sFehzT7bbHdnnMUOH2d/hLaG1R3vyfbUW83Ys+elt0UBeahtAJuIT4r23YYfmY/eiStI4iB4+GQiCl92KwsDmb7dehtsuN/CkenKklgrfT6LJGL1+9N4BECW+BVJfpw+FMIZUt2Kz/LKBRnIzOcl+9QAyIgxqlPE6djLiYOLiC6mIli6rHSQuD+NmWy6lDIcPA7n4BzlPl3mejAnUvoriZfV85PLhhSjkGGlWQwhItS/hfuz2HIr6ifxD83Dg4pJayC9akvd2RV46cjStZitatBcm1eamPjDd8tNYCv/MIlaKE6FGhKQD8giwLFKzLxfbq1m9BSkIJ5pJ3CaZFY2NMccznsbfAQuWGWU/X7a8jhdRGANFYCQbK9sSqcIcIj7GP/jdaXb5YYWmx7zA1k1UkMwL6HUNdQ5IiXI+y/Wd/dsVGd4MkzUfJuMX79Nado5Q/aYRBak+j0EnBZXJPE9YxnppX0oIE+uLPBTGjYUKcbbm2HGdRgn3zuMiwvUqrPlSal/DmlI+29BCHNe5VWDebbY0xt5scSblVzYfFLKxF+RNkSoU6/V3mzLnyXad5ILHDl7OQZ8/ep7jULN685fvENukYDhT7wvkpsvrSm6ZnMx9RuBb+XkYPt5sosytt1Wn8a7+RVEsq1em/MPQ4s4myj4ttlJj0neHpWn2u/XEHuJ8/HOLU7r0n3oaAzvTkV1tfXHK+MW2ZupJEck8sr/XrJ0s6qSca7/B/U4uPPBPkWY7Fri5c0xe8+iDEOxxum+YKEcZEfeDoT7YabKYamfXkASNu8zdp1MuUq7uLwzl4gEUBoPzCW6vI8eU6dmcgFeAYSJAAHJnZtSRm8zE76hwv2Y1AMtyPWQ7Hz75B4LW++T2GkRQ7OZ0S6w0K3d8bjceMxuDm7I9acjScRkYR1N3dZqm1DMvm12H5dLhYY8vz+RJw4qS4t2pl7qTz1qfL1gwuIH5OcD4S2TojMjaOBqXcD1QGAVSkWIFJA6wvFMyjKxlB0epyz/PbVlLqy6cxbq8r6VjL7pqEyOu/Crbmlt4XDLEL1FqHD2aWJpDjxe67jg3M4a3ML7C8Y70WEKb1vYJJG+kwX3HvBUaY6YukQ5CPW+isXiqyGG7a23jAhuuvV5pSLL7H8C+prBo3/LmrUX+jfW+AS11fVwMQRy+tLEYA6u24iRrXv878m65dEdoEKetIUUi0bmWKyB5kuF+TROyXiwBBroXBgiNConIHV/cXOaPfoWhGQB5i9kE0XpRh+9tMbq+g3eqZdVk27mE4seGequ1G2sd897yBFUCumJhk13ALnWHoYJU4Xm3DrEmP7+n7Oa4wX515BOO2IG3tAfRa0D8uXIpYDSa0sCCfo3LoWFINME6fbvW2AXk7nSdItJq+aHqMMT5nZoy9wp8hK6wBujYLAkEH2+Pbim35i0IYxvxAiwDvoKmtlIyvUykivIRnHeVJ8r/tCXMVuhNgLC0b7bXzta+M6cfY7kqO1WTnq9p6BuWzZ6x1/tMzUg9qAdRRz0u7ljY0rgeXXLlm2tHeqLc679lMU4ZYYvp/rBKDkEAxgu6uQxGLSbBnooOgzOMqc7mXPuWy4Q5zUyDDSnN+tS/A9id+YpJ0l+8PSkFBv0gwhUbE6faRcN2bVWGhmnv/24SkwFFHbq8tKkzByfdH95kVNB6Tl2pkFdq0sdceFAsfHTSHTy+7QSJciwb+NH40duc20JualyEuHXW/gH7ZaSqkxFSfjjP7neRkMPqlzVEVC+LwFZGZkHbNB/q9LiN5tjjabxzTK0eCo/J5gdxiGKSVl8uJLJ7i5Z/wjYauy2DEJA431Z9ATluVaDsW9b+AtKxQNf0zDkzMgIbFcIR6SC1UeDMvEguNP/TRUPYhIMMKASfscz8zux623T3VveY9mA+fLWLnu9/a29EoOxvLEtDL8re4w5lhURyzP8iiw0knTWtionT9mnWIxbZqt1BurFfLKe150DFFnIKYyTW210txVyWgVrv3pZTrhp05DmubTfC4P0cnwNdzot494IZUKKtwJCBtKDJ6A6Ej+0rnt6/hdppmene0+/dcGblJ62390RNb10yXUHZkZCC8S1Dokv68sS6GyckN8HQHrBAhszE3WOMHO85/UabPID9bksL5S15oWigvs8aLX68iz7daPi+RPlFcUIXJGuL3SZ02TxPmBEZb6aDl/mhTTOfrFPIgIU2XnIDnyY4YF3YhPt5kFrRk56YkVLd3LFzrIKsJ09Pg8smW6WLdEq2EhIDazLm7E+3cy6aNP4SCeGzkx2y00H7swUsZdw9qX/tjZYQ9wS/WgizWK8BenQ2v0rYeYlWf9/+xqvkEZpiG9/hqkh9Wl9u0N9oXQhlJGarBYUUl03DsF6fgXnymUWgiy3l2q5yY5rKX/Lb47ZzV+GBaqJd9PbNsPGC4Z3Bkjbwjo9lZNhbzl5/12dJmNcsAmJf+rixhUaqptLpMCz9dsSfRzgZKL60rPqVyLj2Pk1dzR5aoOw9ljCjnLMaMg1E1htvuMvROwF4iZvHAPJbVjUTL+NJ2xFKSEedMYZpNIpgWYAszhybROCnWrt4LXnWNry9rYGMcn5drRPBnU8UeR42ZMh9KfsGHSb5pkjNOHEpwpnLolSmwsZywL9rKy6bXnnD4+HTS50/vt4BkAQsPKIO/s+YQ1tUuY80srD5W6EzOSIShEEs376XFnrtZ+sybK7lW0Y8NmE8A1YC+mNcJDQ1nR/kmv+EP4hORHC98zaJSHbFzy0hGd6810Bmd4HQ1vMosfKgXkyql70seMedDTPSI1yiBbOxGTUGTcnMMSfuFAsvBnZwWHj2b57c4axuw6Zo5QA8UTHcMGbZHjcvhH/kKs9ff6t717GZPCDN51tkehxYILamrAHyt6PvoK49ZMylVo8XjYP9EnT2n6W9+c6AUkg6YJutKZtllJDE8mba3+5v8uaBxLds9I3evKNUy2BV859/QrfjWmX2dlmg0y5z2Z8gXEOIlHDG6BlGkfkI5CTCh2/Q9S2t50qWuJKbTWKl1R8K7BSkUj9/OmZw5+wZw3yNYciEGXfz1bOFgippbeV4udMrNU7zLVdu3az9vd2fBTAS2PpWja+OLZnlD4czhOUWWbgmrKQdBJF7YIttdE8aa8nvCuHgkVdBEMxU8Gm0mWvIVdbqVps0ZD9LNlspst63OvPjDcHO0FbuQYNtPVK1TsuInle3O4ZdH0zPdTmNLufHAqHAzqPreT5CECo87LM/E4/aPPT1Pycyq7QXEl9j5aWA4SimvNq/TZZsLiwZm01Xa29AaV5+0pfF6PH08webkypSEWObd62a0/L01FPjbiqnGJHuJlyDJq6LNtrMPyBBqTA+Cnm4bcTdJzQQFR01maGg9BsEBoUPqR6038E67hj5MPkK1MbfjQh2ktSUd6tNh8gFdp1vxjMc6O5eAyxN3jG2t8UDd7jOfaMFV2KlLb7ujKaaQTYD7cCkfNmbvxcQs2ZMV3wxs3h7YTPXepC7qk5iTlvxju9NOi5svq3wZFt4MoA/0I6omtVWB2DX8h8yvj88VnM3jRWa/rc6oaQaw6iieJrnbXOqa3mLHbZu3Djlai5y5y/16Zq3vUuUB3vNEZPkCia4mttntR/ka9zeQUdrrOKorXUF1J7fONbNLS1HxjhWzA3comDcmr3Ln7ZJ+vWUc3/XvwtdVPiJ2bTXn62FbyDD3fLQPh5+dIXCumMwkqhfFjs8k31qN8nO4F1p/lkhcHdhuu0mFRp7h0YQO9Rmk0oBxjrzoDvRPkd+oZ//m0DwRJhC9kC077CcBY4zd1ibZhrvzXGO3L/dWWx39xM1lNP3N/F/bpBhbApZNWujdHvjUAPW1lCKdQLYdfHvNw5wnY+4auSGoa/xo6fwHzFwYcD3rjtfWFWTjOVYEY0NQtHAh4LTGeY8mTZaQbK8RWc31NkSObCsOr0wmP+w23FeOHq+1FNPH733WzmwfyJolG6yr1iE0aXhosSAp70j8x+HgOgsP4XabG8HzlPeuHeqVKm3lhqWavie9wgS6/JslcKRykefxNCsIjimaV1KVNbR4jBPdwfRHkRRA7MR15oH8gTldY8WVa/0tCUp98Lban9CyjBlwSicEeWcDVKaAkkMXQFdZ8AGs6XMRg845W5e970wbb1SeY7h4JDv5lAXeZ4IEtnczZqIBY2CzYKXSeuVY53rPv8/6nUL5Z7O9elYw+sFa76fqfE8N45tnjV2Oh6BUhY43GwMXzTpzYXRdhdaP9Ya/wqWXURFQ7Nq3HzNtbbulbHG+l4ZK/+pOQfq+HUGdpnA8xZE1vhbEK07jrJI5tIgH5fvy29OO2RWPFnk+X71h+tW1n6w7W//C1BLAwQUAAIACAAjXINFOp3ncEsAAABrAAAAGwAAAHVuaXZlcnNhbC91bml2ZXJzYWwucG5nLnhtbLOxr8jNUShLLSrOzM+zVTLUM1Cyt+PlsikoSi3LTC1XqACKAQUhQEmhEsg1QnDLM1NKMoBCBhYWCMGM1Mz0jBJbJQtDM7igPtBMAFBLAQIAABQAAgAIACNcg0Xpbttk5AMAAHQOAAAdAAAAAAAAAAEAAAAAAAAAAAB1bml2ZXJzYWwvY29tbW9uX21lc3NhZ2VzLmxuZ1BLAQIAABQAAgAIACNcg0WDj7/ycgQAAPoUAAAnAAAAAAAAAAEAAAAAAB8EAAB1bml2ZXJzYWwvZmxhc2hfcHVibGlzaGluZ19zZXR0aW5ncy54bWxQSwECAAAUAAIACAAjXINFBNhid7sCAABPCgAAIQAAAAAAAAABAAAAAADWCAAAdW5pdmVyc2FsL2ZsYXNoX3NraW5fc2V0dGluZ3MueG1sUEsBAgAAFAACAAgAI1yDRdpqQIhFBAAACxQAACYAAAAAAAAAAQAAAAAA0AsAAHVuaXZlcnNhbC9odG1sX3B1Ymxpc2hpbmdfc2V0dGluZ3MueG1sUEsBAgAAFAACAAgAI1yDRRSXirWaAQAAGgYAAB8AAAAAAAAAAQAAAAAAWRAAAHVuaXZlcnNhbC9odG1sX3NraW5fc2V0dGluZ3MuanNQSwECAAAUAAIACAAjXINFGtrqO6oAAAAfAQAAGgAAAAAAAAABAAAAAAAwEgAAdW5pdmVyc2FsL2kxOG5fcHJlc2V0cy54bWxQSwECAAAUAAIACAAjXINFlBOzImkAAABuAAAAHAAAAAAAAAABAAAAAAASEwAAdW5pdmVyc2FsL2xvY2FsX3NldHRpbmdzLnhtbFBLAQIAABQAAgAIAIOZ9UTOggk37AIAAIgIAAAUAAAAAAAAAAEAAAAAALUTAAB1bml2ZXJzYWwvcGxheWVyLnhtbFBLAQIAABQAAgAIACNcg0U129mtaAEAAPMCAAApAAAAAAAAAAEAAAAAANMWAAB1bml2ZXJzYWwvc2tpbl9jdXN0b21pemF0aW9uX3NldHRpbmdzLnhtbFBLAQIAABQAAgAIACNcg0XHsqZTCSUAAERSAAAXAAAAAAAAAAAAAAAAAIIYAAB1bml2ZXJzYWwvdW5pdmVyc2FsLnBuZ1BLAQIAABQAAgAIACNcg0U6nedwSwAAAGsAAAAbAAAAAAAAAAEAAAAAAMA9AAB1bml2ZXJzYWwvdW5pdmVyc2FsLnBuZy54bWxQSwUGAAAAAAsACwBJAwAARD4AAAAA"/>
  <p:tag name="ISPRING_RESOURCE_FOLDER" val="D:\RSWLecture\romi-rm\romi-rm-01-pengantar-july2014\"/>
  <p:tag name="ISPRING_PRESENTATION_PATH" val="D:\RSWLecture\romi-rm\romi-rm-01-pengantar-july2014.pptx"/>
  <p:tag name="ISPRING_PROJECT_FOLDER_UPDATED" val="1"/>
  <p:tag name="ISPRING_PRESENTATION_INFO" val="&lt;?xml version=&quot;1.0&quot; encoding=&quot;UTF-8&quot; standalone=&quot;no&quot; ?&gt;&#10;&lt;presentation&gt;&#10;&#10;  &lt;slides&gt;&#10;    &lt;slide duration=&quot;6199&quot; id=&quot;{77FC58E4-032A-46D5-B721-412C2D1F9127}&quot; pptId=&quot;2075&quot; transitionDuration=&quot;0&quot;/&gt;&#10;    &lt;slide duration=&quot;2939&quot; id=&quot;{C9F4E524-08CE-43E8-95C9-AD934404FD8E}&quot; pptId=&quot;2412&quot; transitionDuration=&quot;0&quot;/&gt;&#10;    &lt;slide duration=&quot;19026&quot; id=&quot;{EBDB7533-9CC7-4B81-8560-5D33E62DE4D6}&quot; pptId=&quot;2413&quot; transitionDuration=&quot;0&quot;/&gt;&#10;    &lt;slide duration=&quot;12031&quot; id=&quot;{1E3B3EED-33B5-4CB0-B206-E29DBFEDB63E}&quot; pptId=&quot;2091&quot; transitionDuration=&quot;0&quot;/&gt;&#10;    &lt;slide duration=&quot;6466&quot; id=&quot;{475B5CCE-EA69-4D54-A462-1A4E5EAD6E16}&quot; pptId=&quot;2363&quot; transitionDuration=&quot;0&quot;/&gt;&#10;    &lt;slide duration=&quot;13523&quot; id=&quot;{D6F19401-511B-44C0-8A60-0ECDB7572D4B}&quot; pptId=&quot;2421&quot; transitionDuration=&quot;0&quot;/&gt;&#10;    &lt;slide duration=&quot;1375&quot; id=&quot;{4BEB0920-B3F8-45BC-A7BB-03E6DF67FF1D}&quot; pptId=&quot;2414&quot; transitionDuration=&quot;0&quot;/&gt;&#10;    &lt;slide duration=&quot;1374&quot; id=&quot;{15F38E9C-5375-43C2-B478-D1768BAEF1FD}&quot; pptId=&quot;2415&quot; transitionDuration=&quot;0&quot;/&gt;&#10;    &lt;slide duration=&quot;47867&quot; id=&quot;{D993E9AD-6D7D-4B50-89B1-8BACACFD811E}&quot; pptId=&quot;1625&quot; transitionDuration=&quot;0&quot;/&gt;&#10;    &lt;slide duration=&quot;49540&quot; id=&quot;{B802034E-ADBF-462B-9B3A-B74F791DF343}&quot; pptId=&quot;2226&quot; transitionDuration=&quot;0&quot;/&gt;&#10;    &lt;slide duration=&quot;22795&quot; id=&quot;{223F1E19-30D7-487C-AC10-E2B7A1152A03}&quot; pptId=&quot;2266&quot; transitionDuration=&quot;0&quot;/&gt;&#10;    &lt;slide duration=&quot;5000&quot; id=&quot;{6E6CB1F0-67C4-4255-88CC-82F4B197C96C}&quot; pptId=&quot;1816&quot; transitionDuration=&quot;0&quot;/&gt;&#10;    &lt;slide duration=&quot;5000&quot; id=&quot;{0523A319-39A8-40A7-B036-2557866DEDED}&quot; pptId=&quot;1638&quot; transitionDuration=&quot;0&quot;/&gt;&#10;    &lt;slide duration=&quot;5000&quot; id=&quot;{B2098AA8-F537-4332-B92F-58230C741C21}&quot; pptId=&quot;2286&quot; transitionDuration=&quot;0&quot;/&gt;&#10;    &lt;slide duration=&quot;5000&quot; id=&quot;{A71C0FA3-99EC-4EF5-8FBA-890E7C13F903}&quot; pptId=&quot;2416&quot; transitionDuration=&quot;0&quot;/&gt;&#10;    &lt;slide duration=&quot;5000&quot; id=&quot;{948751CF-D70D-4677-B182-3DAA393B6846}&quot; pptId=&quot;2227&quot; transitionDuration=&quot;0&quot;/&gt;&#10;    &lt;slide duration=&quot;5000&quot; id=&quot;{5395AD2D-157C-4E89-8EAA-B6AC6E321139}&quot; pptId=&quot;2235&quot; transitionDuration=&quot;0&quot;/&gt;&#10;    &lt;slide duration=&quot;5000&quot; id=&quot;{20040398-AD81-41AD-B36F-CC5E88331123}&quot; pptId=&quot;2236&quot; transitionDuration=&quot;0&quot;/&gt;&#10;    &lt;slide duration=&quot;5000&quot; id=&quot;{06D61FA4-DA1C-45D8-890C-77C35A80B790}&quot; pptId=&quot;2237&quot; transitionDuration=&quot;0&quot;/&gt;&#10;    &lt;slide duration=&quot;5000&quot; id=&quot;{7C5428E5-96D9-4871-A869-1D371CAA6EE9}&quot; pptId=&quot;2238&quot; transitionDuration=&quot;0&quot;/&gt;&#10;    &lt;slide duration=&quot;11001&quot; id=&quot;{CCD5C5C7-09AA-41D8-BEAB-EBC485C874E0}&quot; pptId=&quot;2229&quot; transitionDuration=&quot;0&quot;/&gt;&#10;    &lt;slide duration=&quot;5000&quot; id=&quot;{3908B5A7-6CF1-47B8-8C31-7C5D63657E81}&quot; pptId=&quot;2021&quot; transitionDuration=&quot;0&quot;/&gt;&#10;    &lt;slide duration=&quot;5000&quot; id=&quot;{232850D1-D650-44CA-905A-63D880AAE08F}&quot; pptId=&quot;2417&quot; transitionDuration=&quot;0&quot;/&gt;&#10;    &lt;slide duration=&quot;5001&quot; id=&quot;{EC0ABB6B-0403-4ECD-A984-CF47A9FD5399}&quot; pptId=&quot;2283&quot; transitionDuration=&quot;0&quot;/&gt;&#10;    &lt;slide duration=&quot;5000&quot; id=&quot;{F32BBAB6-8DFE-41FC-B124-26D6EAD93329}&quot; pptId=&quot;2284&quot; transitionDuration=&quot;0&quot;/&gt;&#10;    &lt;slide duration=&quot;5000&quot; id=&quot;{99FCC083-8082-403C-A239-D455DB33409F}&quot; pptId=&quot;2285&quot; transitionDuration=&quot;0&quot;/&gt;&#10;    &lt;slide duration=&quot;5000&quot; id=&quot;{2856F347-D57F-4E07-8845-A60FA8B93E9A}&quot; pptId=&quot;2418&quot; transitionDuration=&quot;0&quot;/&gt;&#10;    &lt;slide duration=&quot;5000&quot; id=&quot;{CE65C410-BD4A-45EC-B5B4-EEDBA2C58DB4}&quot; pptId=&quot;1819&quot; transitionDuration=&quot;0&quot;/&gt;&#10;    &lt;slide duration=&quot;5000&quot; id=&quot;{F18CB14F-2801-4D10-8634-FE5D1B036E37}&quot; pptId=&quot;2222&quot; transitionDuration=&quot;0&quot;/&gt;&#10;    &lt;slide duration=&quot;5000&quot; id=&quot;{11AF8E0E-879B-49CD-879E-5B098C88CC7F}&quot; pptId=&quot;1818&quot; transitionDuration=&quot;0&quot;/&gt;&#10;    &lt;slide duration=&quot;5000&quot; id=&quot;{76F72DFF-F37C-4471-9EC0-466AF1A4AA6C}&quot; pptId=&quot;2269&quot; transitionDuration=&quot;0&quot;/&gt;&#10;    &lt;slide duration=&quot;5000&quot; id=&quot;{C9A0B3C2-6012-448F-AB43-6D697703E634}&quot; pptId=&quot;2263&quot; transitionDuration=&quot;0&quot;/&gt;&#10;    &lt;slide duration=&quot;5000&quot; id=&quot;{8F56B51E-9EB6-4788-90AB-5421FF7DEC67}&quot; pptId=&quot;2264&quot; transitionDuration=&quot;0&quot;/&gt;&#10;    &lt;slide duration=&quot;5000&quot; id=&quot;{5D45BD2C-A463-43DA-96ED-E77E5A8AE5A8}&quot; pptId=&quot;2265&quot; transitionDuration=&quot;0&quot;/&gt;&#10;    &lt;slide duration=&quot;5000&quot; id=&quot;{5A8C0FAB-F012-427C-AE1F-55037FAB0F9B}&quot; pptId=&quot;1817&quot; transitionDuration=&quot;0&quot;/&gt;&#10;    &lt;slide duration=&quot;5000&quot; id=&quot;{81D42C5A-E303-42DE-8802-1F4139E4006D}&quot; pptId=&quot;1887&quot; transitionDuration=&quot;0&quot;/&gt;&#10;    &lt;slide duration=&quot;5000&quot; id=&quot;{4B52C2CC-7FD1-4A74-8916-37F9CBBFD3B7}&quot; pptId=&quot;2179&quot; transitionDuration=&quot;0&quot;/&gt;&#10;    &lt;slide duration=&quot;5000&quot; id=&quot;{76F44A1C-471F-49D8-966F-5371E57E498B}&quot; pptId=&quot;2239&quot; transitionDuration=&quot;0&quot;/&gt;&#10;    &lt;slide duration=&quot;5000&quot; id=&quot;{7EC2B198-8F67-4A5C-9C21-685D5AC342D2}&quot; pptId=&quot;2261&quot; transitionDuration=&quot;0&quot;/&gt;&#10;    &lt;slide duration=&quot;5000&quot; id=&quot;{4E7C09BE-69B6-4DF9-BD36-E3B57F339C88}&quot; pptId=&quot;1806&quot; transitionDuration=&quot;0&quot;/&gt;&#10;  &lt;/slides&gt;&#10;&#10;  &lt;narration&gt;&#10;    &lt;videoTracks&gt;&#10;      &lt;videoTrack duration=&quot;6245&quot; muted=&quot;false&quot; slideId=&quot;{77FC58E4-032A-46D5-B721-412C2D1F9127}&quot; startTime=&quot;0&quot; stepIndex=&quot;0&quot; volume=&quot;1&quot;&gt;&#10;        &lt;file modifyTime=&quot;2014-12-03T04:34:40&quot; size=&quot;5558431&quot;&gt;&#10;          &lt;path full=&quot;D:\RSWLecture\romi-rm\romi-rm-01-pengantar-july2014\video\video1.mkv&quot; relative=&quot;romi-rm-01-pengantar-july2014\video\video1.mkv&quot; resource=&quot;video1.mkv&quot;/&gt;&#10;        &lt;/file&gt;&#10;        &lt;trim end=&quot;46&quot; start=&quot;0&quot;/&gt;&#10;        &lt;video height=&quot;480&quot; width=&quot;640&quot;/&gt;&#10;        &lt;audio channels=&quot;2&quot; sampleRate=&quot;44100&quot;/&gt;&#10;      &lt;/videoTrack&gt;&#10;      &lt;videoTrack duration=&quot;2966&quot; muted=&quot;false&quot; slideId=&quot;{C9F4E524-08CE-43E8-95C9-AD934404FD8E}&quot; startTime=&quot;0&quot; stepIndex=&quot;0&quot; volume=&quot;1&quot;&gt;&#10;        &lt;file modifyTime=&quot;2014-12-03T04:34:43&quot; size=&quot;2545229&quot;&gt;&#10;          &lt;path full=&quot;D:\RSWLecture\romi-rm\romi-rm-01-pengantar-july2014\video\video2.mkv&quot; relative=&quot;romi-rm-01-pengantar-july2014\video\video2.mkv&quot; resource=&quot;video2.mkv&quot;/&gt;&#10;        &lt;/file&gt;&#10;        &lt;trim end=&quot;27&quot; start=&quot;0&quot;/&gt;&#10;        &lt;video height=&quot;480&quot; width=&quot;640&quot;/&gt;&#10;        &lt;audio channels=&quot;2&quot; sampleRate=&quot;44100&quot;/&gt;&#10;      &lt;/videoTrack&gt;&#10;      &lt;videoTrack duration=&quot;19036&quot; muted=&quot;false&quot; slideId=&quot;{EBDB7533-9CC7-4B81-8560-5D33E62DE4D6}&quot; startTime=&quot;0&quot; stepIndex=&quot;0&quot; volume=&quot;1&quot;&gt;&#10;        &lt;file modifyTime=&quot;2014-12-03T04:35:03&quot; size=&quot;17064371&quot;&gt;&#10;          &lt;path full=&quot;D:\RSWLecture\romi-rm\romi-rm-01-pengantar-july2014\video\video3.mkv&quot; relative=&quot;romi-rm-01-pengantar-july2014\video\video3.mkv&quot; resource=&quot;video3.mkv&quot;/&gt;&#10;        &lt;/file&gt;&#10;        &lt;trim end=&quot;10&quot; start=&quot;0&quot;/&gt;&#10;        &lt;video height=&quot;480&quot; width=&quot;640&quot;/&gt;&#10;        &lt;audio channels=&quot;2&quot; sampleRate=&quot;44100&quot;/&gt;&#10;      &lt;/videoTrack&gt;&#10;      &lt;videoTrack duration=&quot;12055&quot; muted=&quot;false&quot; slideId=&quot;{1E3B3EED-33B5-4CB0-B206-E29DBFEDB63E}&quot; startTime=&quot;0&quot; stepIndex=&quot;0&quot; volume=&quot;1&quot;&gt;&#10;        &lt;file modifyTime=&quot;2014-12-03T04:35:15&quot; size=&quot;10684933&quot;&gt;&#10;          &lt;path full=&quot;D:\RSWLecture\romi-rm\romi-rm-01-pengantar-july2014\video\video4.mkv&quot; relative=&quot;romi-rm-01-pengantar-july2014\video\video4.mkv&quot; resource=&quot;video4.mkv&quot;/&gt;&#10;        &lt;/file&gt;&#10;        &lt;trim end=&quot;24&quot; start=&quot;0&quot;/&gt;&#10;        &lt;video height=&quot;480&quot; width=&quot;640&quot;/&gt;&#10;        &lt;audio channels=&quot;2&quot; sampleRate=&quot;44100&quot;/&gt;&#10;      &lt;/videoTrack&gt;&#10;      &lt;videoTrack duration=&quot;6485&quot; muted=&quot;false&quot; slideId=&quot;{475B5CCE-EA69-4D54-A462-1A4E5EAD6E16}&quot; startTime=&quot;0&quot; stepIndex=&quot;0&quot; volume=&quot;1&quot;&gt;&#10;        &lt;file modifyTime=&quot;2014-12-03T04:35:22&quot; size=&quot;7450863&quot;&gt;&#10;          &lt;path full=&quot;D:\RSWLecture\romi-rm\romi-rm-01-pengantar-july2014\video\video5.mkv&quot; relative=&quot;romi-rm-01-pengantar-july2014\video\video5.mkv&quot; resource=&quot;video5.mkv&quot;/&gt;&#10;        &lt;/file&gt;&#10;        &lt;trim end=&quot;19&quot; start=&quot;0&quot;/&gt;&#10;        &lt;video height=&quot;480&quot; width=&quot;640&quot;/&gt;&#10;        &lt;audio channels=&quot;2&quot; sampleRate=&quot;44100&quot;/&gt;&#10;      &lt;/videoTrack&gt;&#10;      &lt;videoTrack duration=&quot;13573&quot; muted=&quot;false&quot; slideId=&quot;{D6F19401-511B-44C0-8A60-0ECDB7572D4B}&quot; startTime=&quot;0&quot; stepIndex=&quot;0&quot; volume=&quot;1&quot;&gt;&#10;        &lt;file modifyTime=&quot;2014-12-03T04:35:36&quot; size=&quot;16031409&quot;&gt;&#10;          &lt;path full=&quot;D:\RSWLecture\romi-rm\romi-rm-01-pengantar-july2014\video\video6.mkv&quot; relative=&quot;romi-rm-01-pengantar-july2014\video\video6.mkv&quot; resource=&quot;video6.mkv&quot;/&gt;&#10;        &lt;/file&gt;&#10;        &lt;trim end=&quot;50&quot; start=&quot;0&quot;/&gt;&#10;        &lt;video height=&quot;480&quot; width=&quot;640&quot;/&gt;&#10;        &lt;audio channels=&quot;2&quot; sampleRate=&quot;44100&quot;/&gt;&#10;      &lt;/videoTrack&gt;&#10;      &lt;videoTrack duration=&quot;1381&quot; muted=&quot;false&quot; slideId=&quot;{4BEB0920-B3F8-45BC-A7BB-03E6DF67FF1D}&quot; startTime=&quot;0&quot; stepIndex=&quot;0&quot; volume=&quot;1&quot;&gt;&#10;        &lt;file modifyTime=&quot;2014-12-03T04:35:38&quot; size=&quot;1343048&quot;&gt;&#10;          &lt;path full=&quot;D:\RSWLecture\romi-rm\romi-rm-01-pengantar-july2014\video\video7.mkv&quot; relative=&quot;romi-rm-01-pengantar-july2014\video\video7.mkv&quot; resource=&quot;video7.mkv&quot;/&gt;&#10;        &lt;/file&gt;&#10;        &lt;trim end=&quot;6&quot; start=&quot;0&quot;/&gt;&#10;        &lt;video height=&quot;480&quot; width=&quot;640&quot;/&gt;&#10;        &lt;audio channels=&quot;2&quot; sampleRate=&quot;44100&quot;/&gt;&#10;      &lt;/videoTrack&gt;&#10;      &lt;videoTrack duration=&quot;1381&quot; muted=&quot;false&quot; slideId=&quot;{15F38E9C-5375-43C2-B478-D1768BAEF1FD}&quot; startTime=&quot;0&quot; stepIndex=&quot;0&quot; volume=&quot;1&quot;&gt;&#10;        &lt;file modifyTime=&quot;2014-12-03T04:35:39&quot; size=&quot;1629375&quot;&gt;&#10;          &lt;path full=&quot;D:\RSWLecture\romi-rm\romi-rm-01-pengantar-july2014\video\video8.mkv&quot; relative=&quot;romi-rm-01-pengantar-july2014\video\video8.mkv&quot; resource=&quot;video8.mkv&quot;/&gt;&#10;        &lt;/file&gt;&#10;        &lt;trim end=&quot;7&quot; start=&quot;0&quot;/&gt;&#10;        &lt;video height=&quot;480&quot; width=&quot;640&quot;/&gt;&#10;        &lt;audio channels=&quot;2&quot; sampleRate=&quot;44100&quot;/&gt;&#10;      &lt;/videoTrack&gt;&#10;      &lt;videoTrack duration=&quot;47867&quot; muted=&quot;false&quot; slideId=&quot;{D993E9AD-6D7D-4B50-89B1-8BACACFD811E}&quot; startTime=&quot;0&quot; stepIndex=&quot;0&quot; volume=&quot;1&quot;&gt;&#10;        &lt;file modifyTime=&quot;2014-12-03T04:36:27&quot; size=&quot;67646433&quot;&gt;&#10;          &lt;path full=&quot;D:\RSWLecture\romi-rm\romi-rm-01-pengantar-july2014\video\video9.mkv&quot; relative=&quot;romi-rm-01-pengantar-july2014\video\video9.mkv&quot; resource=&quot;video9.mkv&quot;/&gt;&#10;        &lt;/file&gt;&#10;        &lt;video height=&quot;480&quot; width=&quot;640&quot;/&gt;&#10;        &lt;audio channels=&quot;2&quot; sampleRate=&quot;44100&quot;/&gt;&#10;      &lt;/videoTrack&gt;&#10;      &lt;videoTrack duration=&quot;49543&quot; muted=&quot;false&quot; slideId=&quot;{B802034E-ADBF-462B-9B3A-B74F791DF343}&quot; startTime=&quot;0&quot; stepIndex=&quot;0&quot; volume=&quot;1&quot;&gt;&#10;        &lt;file modifyTime=&quot;2014-12-03T04:37:17&quot; size=&quot;72454065&quot;&gt;&#10;          &lt;path full=&quot;D:\RSWLecture\romi-rm\romi-rm-01-pengantar-july2014\video\video10.mkv&quot; relative=&quot;romi-rm-01-pengantar-july2014\video\video10.mkv&quot; resource=&quot;video10.mkv&quot;/&gt;&#10;        &lt;/file&gt;&#10;        &lt;trim end=&quot;3&quot; start=&quot;0&quot;/&gt;&#10;        &lt;video height=&quot;480&quot; width=&quot;640&quot;/&gt;&#10;        &lt;audio channels=&quot;2&quot; sampleRate=&quot;44100&quot;/&gt;&#10;      &lt;/videoTrack&gt;&#10;      &lt;videoTrack duration=&quot;22795&quot; muted=&quot;false&quot; slideId=&quot;{223F1E19-30D7-487C-AC10-E2B7A1152A03}&quot; startTime=&quot;0&quot; stepIndex=&quot;0&quot; volume=&quot;1&quot;&gt;&#10;        &lt;file modifyTime=&quot;2014-12-03T04:37:40&quot; size=&quot;32139743&quot;&gt;&#10;          &lt;path full=&quot;D:\RSWLecture\romi-rm\romi-rm-01-pengantar-july2014\video\video11.mkv&quot; relative=&quot;romi-rm-01-pengantar-july2014\video\video11.mkv&quot; resource=&quot;video11.mkv&quot;/&gt;&#10;        &lt;/file&gt;&#10;        &lt;video height=&quot;480&quot; width=&quot;640&quot;/&gt;&#10;        &lt;audio channels=&quot;2&quot; sampleRate=&quot;44100&quot;/&gt;&#10;      &lt;/videoTrack&gt;&#10;    &lt;/videoTracks&gt;&#10;  &lt;/narration&gt;&#10;&#10;&lt;/presentation&gt;&#10;"/>
  <p:tag name="ISPRING_SCORM_PASSING_SCORE" val="2.5000000000"/>
  <p:tag name="ISPRING_UUID" val="{ACADD28F-01A3-4C61-B698-57FA5F342C2A}"/>
  <p:tag name="ISPRING_RESOURCE_PATHS_HASH_PRESENTER" val="2619be89e314f9187bb886e3a48124c2ed376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A6647337-C55C-4F1B-99C1-B9C1A865183A}"/>
  <p:tag name="GENSWF_ADVANCE_TIME" val="5"/>
  <p:tag name="TIMING" val="|5"/>
  <p:tag name="ISPRING_CUSTOM_TIMING_USED" val="1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67920</TotalTime>
  <Words>3086</Words>
  <Application>Microsoft Office PowerPoint</Application>
  <PresentationFormat>On-screen Show (4:3)</PresentationFormat>
  <Paragraphs>577</Paragraphs>
  <Slides>43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Calibri</vt:lpstr>
      <vt:lpstr>Times New Roman</vt:lpstr>
      <vt:lpstr>Calibri Light</vt:lpstr>
      <vt:lpstr>Constantia</vt:lpstr>
      <vt:lpstr>ＭＳ Ｐゴシック</vt:lpstr>
      <vt:lpstr>ＭＳ Ｐ明朝</vt:lpstr>
      <vt:lpstr>Arial</vt:lpstr>
      <vt:lpstr>Tahoma</vt:lpstr>
      <vt:lpstr>Wingdings</vt:lpstr>
      <vt:lpstr>1_Office Theme</vt:lpstr>
      <vt:lpstr>Visio</vt:lpstr>
      <vt:lpstr>PowerPoint Presentation</vt:lpstr>
      <vt:lpstr>2. Tahapan Penelitian</vt:lpstr>
      <vt:lpstr>2.1 Tahapan Penelitian Umum</vt:lpstr>
      <vt:lpstr>Tahapan Penelitian Umum</vt:lpstr>
      <vt:lpstr>Tahapan Penelitian Umum vs Tesis</vt:lpstr>
      <vt:lpstr>2.2 Tahapan Penelitian Computing</vt:lpstr>
      <vt:lpstr>Tahapan Penelitian Computing</vt:lpstr>
      <vt:lpstr>1. Penentuan Bidang Penelitian</vt:lpstr>
      <vt:lpstr>2. Penentuan Topik Penelitian</vt:lpstr>
      <vt:lpstr>Software Engineering Research Trends</vt:lpstr>
      <vt:lpstr>Data Mining</vt:lpstr>
      <vt:lpstr>Image Processing</vt:lpstr>
      <vt:lpstr>Kumpulan Survey Paper di Berbagai Bidang Penelitian Computing</vt:lpstr>
      <vt:lpstr>3. Penentuan Masalah Penelitian </vt:lpstr>
      <vt:lpstr>Susun Research Problem dan Landasan</vt:lpstr>
      <vt:lpstr>4. Perangkuman Metode Yang Ada</vt:lpstr>
      <vt:lpstr>The State-of-the-Art Method</vt:lpstr>
      <vt:lpstr>State-of-the-Art Frameworks in Software Defect Prediction</vt:lpstr>
      <vt:lpstr>Menzies Framework (Menzies et al. 2007)</vt:lpstr>
      <vt:lpstr>Lessmann Framework (Lessmann et al. 2008) </vt:lpstr>
      <vt:lpstr>Song Framework (Song et al. 2011) </vt:lpstr>
      <vt:lpstr>Proposed Framework</vt:lpstr>
      <vt:lpstr>5. Penentuan Metode Yang Diusulkan</vt:lpstr>
      <vt:lpstr>Susun RP-RQ-RO</vt:lpstr>
      <vt:lpstr>Proposed Framework</vt:lpstr>
      <vt:lpstr>PowerPoint Presentation</vt:lpstr>
      <vt:lpstr>Contoh Proposed Method</vt:lpstr>
      <vt:lpstr>6. Evaluasi Metode Yang Diusulkan</vt:lpstr>
      <vt:lpstr>Evaluasi pada Penelitian Data Mining</vt:lpstr>
      <vt:lpstr>7. Penulisan Ilmiah dan Publikasi Hasil Penelitian</vt:lpstr>
      <vt:lpstr>PowerPoint Presentation</vt:lpstr>
      <vt:lpstr>RP – RQ – RC dan Publikasi Penelitian</vt:lpstr>
      <vt:lpstr>Tugas Menentukan Bidang Penelitian</vt:lpstr>
      <vt:lpstr>Tugas Menentukan Topik Penelitian</vt:lpstr>
      <vt:lpstr>Contoh Mindmap untuk Topik “Software Defect Prediction”</vt:lpstr>
      <vt:lpstr>Contoh Mindmap untuk Topik “Software Defect Prediction”</vt:lpstr>
      <vt:lpstr>Contoh Mindmap untuk Topik “Software Defect Prediction”</vt:lpstr>
      <vt:lpstr>Contoh Mindmap untuk Topik “Software Defect Prediction”</vt:lpstr>
      <vt:lpstr>Tugas Menentukan Masalah Penelitian</vt:lpstr>
      <vt:lpstr>Tugas Literature Review</vt:lpstr>
      <vt:lpstr>2.3 Tahapan Penelitian Computing            Fokus Perbaikan Algoritma</vt:lpstr>
      <vt:lpstr>Tahapan Penelitian Computing Fokus Perbaikan Algoritma</vt:lpstr>
      <vt:lpstr>Tugas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romi-rm-01-pengantar-july2014</dc:title>
  <dc:creator>Romi Satria Wahono</dc:creator>
  <cp:lastModifiedBy>Pavilion</cp:lastModifiedBy>
  <cp:revision>7009</cp:revision>
  <cp:lastPrinted>2013-07-31T08:49:05Z</cp:lastPrinted>
  <dcterms:created xsi:type="dcterms:W3CDTF">1601-01-01T00:00:00Z</dcterms:created>
  <dcterms:modified xsi:type="dcterms:W3CDTF">2020-03-20T14:18:46Z</dcterms:modified>
</cp:coreProperties>
</file>