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5">
  <p:sldMasterIdLst>
    <p:sldMasterId id="2147483648" r:id="rId1"/>
    <p:sldMasterId id="2147483727" r:id="rId2"/>
  </p:sldMasterIdLst>
  <p:notesMasterIdLst>
    <p:notesMasterId r:id="rId24"/>
  </p:notesMasterIdLst>
  <p:handoutMasterIdLst>
    <p:handoutMasterId r:id="rId25"/>
  </p:handoutMasterIdLst>
  <p:sldIdLst>
    <p:sldId id="324" r:id="rId3"/>
    <p:sldId id="351" r:id="rId4"/>
    <p:sldId id="352" r:id="rId5"/>
    <p:sldId id="356" r:id="rId6"/>
    <p:sldId id="354" r:id="rId7"/>
    <p:sldId id="361" r:id="rId8"/>
    <p:sldId id="362" r:id="rId9"/>
    <p:sldId id="363" r:id="rId10"/>
    <p:sldId id="364" r:id="rId11"/>
    <p:sldId id="355" r:id="rId12"/>
    <p:sldId id="365" r:id="rId13"/>
    <p:sldId id="366" r:id="rId14"/>
    <p:sldId id="357" r:id="rId15"/>
    <p:sldId id="358" r:id="rId16"/>
    <p:sldId id="367" r:id="rId17"/>
    <p:sldId id="368" r:id="rId18"/>
    <p:sldId id="369" r:id="rId19"/>
    <p:sldId id="353" r:id="rId20"/>
    <p:sldId id="359" r:id="rId21"/>
    <p:sldId id="360" r:id="rId22"/>
    <p:sldId id="348" r:id="rId23"/>
  </p:sldIdLst>
  <p:sldSz cx="12192000" cy="6858000"/>
  <p:notesSz cx="6858000" cy="9144000"/>
  <p:defaultTextStyle>
    <a:defPPr>
      <a:defRPr lang="en-AU"/>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692AA2"/>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397" autoAdjust="0"/>
    <p:restoredTop sz="94660"/>
  </p:normalViewPr>
  <p:slideViewPr>
    <p:cSldViewPr>
      <p:cViewPr varScale="1">
        <p:scale>
          <a:sx n="66" d="100"/>
          <a:sy n="66" d="100"/>
        </p:scale>
        <p:origin x="544" y="36"/>
      </p:cViewPr>
      <p:guideLst>
        <p:guide orient="horz" pos="2160"/>
        <p:guide pos="3840"/>
      </p:guideLst>
    </p:cSldViewPr>
  </p:slideViewPr>
  <p:notesTextViewPr>
    <p:cViewPr>
      <p:scale>
        <a:sx n="100" d="100"/>
        <a:sy n="100" d="100"/>
      </p:scale>
      <p:origin x="0" y="0"/>
    </p:cViewPr>
  </p:notesTextViewPr>
  <p:notesViewPr>
    <p:cSldViewPr>
      <p:cViewPr varScale="1">
        <p:scale>
          <a:sx n="54" d="100"/>
          <a:sy n="54" d="100"/>
        </p:scale>
        <p:origin x="2796" y="4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image" Target="../media/image1.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9.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id-ID"/>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9E25A1F-1CDC-4074-893A-5899111F5ABD}" type="datetimeFigureOut">
              <a:rPr lang="id-ID" smtClean="0"/>
              <a:t>14/03/2021</a:t>
            </a:fld>
            <a:endParaRPr lang="id-ID"/>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id-ID"/>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71E874E-D680-4190-B4F6-A9A7BE5D0CAF}" type="slidenum">
              <a:rPr lang="id-ID" smtClean="0"/>
              <a:t>‹#›</a:t>
            </a:fld>
            <a:endParaRPr lang="id-ID"/>
          </a:p>
        </p:txBody>
      </p:sp>
    </p:spTree>
    <p:extLst>
      <p:ext uri="{BB962C8B-B14F-4D97-AF65-F5344CB8AC3E}">
        <p14:creationId xmlns:p14="http://schemas.microsoft.com/office/powerpoint/2010/main" val="7161503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id-ID"/>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89DCB56-DE58-4F64-B9CF-BA8F1134BDC6}" type="datetimeFigureOut">
              <a:rPr lang="id-ID" smtClean="0"/>
              <a:pPr/>
              <a:t>14/03/2021</a:t>
            </a:fld>
            <a:endParaRPr lang="id-ID"/>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id-ID"/>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id-ID"/>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11351D7-7B69-40B9-8EEA-B4FEF26EED31}" type="slidenum">
              <a:rPr lang="id-ID" smtClean="0"/>
              <a:pPr/>
              <a:t>‹#›</a:t>
            </a:fld>
            <a:endParaRPr lang="id-ID"/>
          </a:p>
        </p:txBody>
      </p:sp>
    </p:spTree>
    <p:extLst>
      <p:ext uri="{BB962C8B-B14F-4D97-AF65-F5344CB8AC3E}">
        <p14:creationId xmlns:p14="http://schemas.microsoft.com/office/powerpoint/2010/main" val="39542643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oleObject" Target="../embeddings/oleObject2.bin"/><Relationship Id="rId7" Type="http://schemas.openxmlformats.org/officeDocument/2006/relationships/image" Target="../media/image3.jpeg"/><Relationship Id="rId2" Type="http://schemas.openxmlformats.org/officeDocument/2006/relationships/slideMaster" Target="../slideMasters/slideMaster1.xml"/><Relationship Id="rId1" Type="http://schemas.openxmlformats.org/officeDocument/2006/relationships/vmlDrawing" Target="../drawings/vmlDrawing2.vml"/><Relationship Id="rId6" Type="http://schemas.openxmlformats.org/officeDocument/2006/relationships/image" Target="../media/image5.png"/><Relationship Id="rId5" Type="http://schemas.openxmlformats.org/officeDocument/2006/relationships/oleObject" Target="../embeddings/oleObject3.bin"/><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FFFFFF"/>
        </a:solidFill>
        <a:effectLst/>
      </p:bgPr>
    </p:bg>
    <p:spTree>
      <p:nvGrpSpPr>
        <p:cNvPr id="1" name=""/>
        <p:cNvGrpSpPr/>
        <p:nvPr/>
      </p:nvGrpSpPr>
      <p:grpSpPr>
        <a:xfrm>
          <a:off x="0" y="0"/>
          <a:ext cx="0" cy="0"/>
          <a:chOff x="0" y="0"/>
          <a:chExt cx="0" cy="0"/>
        </a:xfrm>
      </p:grpSpPr>
      <p:sp>
        <p:nvSpPr>
          <p:cNvPr id="3138" name="Rectangle 66"/>
          <p:cNvSpPr>
            <a:spLocks noChangeArrowheads="1"/>
          </p:cNvSpPr>
          <p:nvPr/>
        </p:nvSpPr>
        <p:spPr bwMode="gray">
          <a:xfrm>
            <a:off x="3048000" y="3124200"/>
            <a:ext cx="9144000" cy="609600"/>
          </a:xfrm>
          <a:prstGeom prst="rect">
            <a:avLst/>
          </a:prstGeom>
          <a:solidFill>
            <a:schemeClr val="tx1"/>
          </a:solidFill>
          <a:ln w="9525">
            <a:noFill/>
            <a:miter lim="800000"/>
            <a:headEnd/>
            <a:tailEnd/>
          </a:ln>
          <a:effectLst/>
        </p:spPr>
        <p:txBody>
          <a:bodyPr wrap="none" anchor="ctr"/>
          <a:lstStyle/>
          <a:p>
            <a:endParaRPr lang="id-ID"/>
          </a:p>
        </p:txBody>
      </p:sp>
      <p:sp>
        <p:nvSpPr>
          <p:cNvPr id="3139" name="Rectangle 67"/>
          <p:cNvSpPr>
            <a:spLocks noChangeArrowheads="1"/>
          </p:cNvSpPr>
          <p:nvPr/>
        </p:nvSpPr>
        <p:spPr bwMode="gray">
          <a:xfrm>
            <a:off x="0" y="3124200"/>
            <a:ext cx="12192000" cy="152400"/>
          </a:xfrm>
          <a:prstGeom prst="rect">
            <a:avLst/>
          </a:prstGeom>
          <a:solidFill>
            <a:schemeClr val="tx1"/>
          </a:solidFill>
          <a:ln w="9525">
            <a:noFill/>
            <a:miter lim="800000"/>
            <a:headEnd/>
            <a:tailEnd/>
          </a:ln>
          <a:effectLst/>
        </p:spPr>
        <p:txBody>
          <a:bodyPr wrap="none" anchor="ctr"/>
          <a:lstStyle/>
          <a:p>
            <a:endParaRPr lang="id-ID"/>
          </a:p>
        </p:txBody>
      </p:sp>
      <p:graphicFrame>
        <p:nvGraphicFramePr>
          <p:cNvPr id="3140" name="Object 68"/>
          <p:cNvGraphicFramePr>
            <a:graphicFrameLocks noChangeAspect="1"/>
          </p:cNvGraphicFramePr>
          <p:nvPr/>
        </p:nvGraphicFramePr>
        <p:xfrm>
          <a:off x="6187017" y="-9525"/>
          <a:ext cx="2954867" cy="3133725"/>
        </p:xfrm>
        <a:graphic>
          <a:graphicData uri="http://schemas.openxmlformats.org/presentationml/2006/ole">
            <mc:AlternateContent xmlns:mc="http://schemas.openxmlformats.org/markup-compatibility/2006">
              <mc:Choice xmlns:v="urn:schemas-microsoft-com:vml" Requires="v">
                <p:oleObj spid="_x0000_s3809" name="Image" r:id="rId3" imgW="4330159" imgH="6146032" progId="">
                  <p:embed/>
                </p:oleObj>
              </mc:Choice>
              <mc:Fallback>
                <p:oleObj name="Image" r:id="rId3" imgW="4330159" imgH="6146032" progId="">
                  <p:embed/>
                  <p:pic>
                    <p:nvPicPr>
                      <p:cNvPr id="0" name="Picture 6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87017" y="-9525"/>
                        <a:ext cx="2954867" cy="313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141" name="Object 69"/>
          <p:cNvGraphicFramePr>
            <a:graphicFrameLocks noChangeAspect="1"/>
          </p:cNvGraphicFramePr>
          <p:nvPr/>
        </p:nvGraphicFramePr>
        <p:xfrm>
          <a:off x="3048000" y="0"/>
          <a:ext cx="3058584" cy="3136900"/>
        </p:xfrm>
        <a:graphic>
          <a:graphicData uri="http://schemas.openxmlformats.org/presentationml/2006/ole">
            <mc:AlternateContent xmlns:mc="http://schemas.openxmlformats.org/markup-compatibility/2006">
              <mc:Choice xmlns:v="urn:schemas-microsoft-com:vml" Requires="v">
                <p:oleObj spid="_x0000_s3810" name="Image" r:id="rId5" imgW="2526984" imgH="3428571" progId="">
                  <p:embed/>
                </p:oleObj>
              </mc:Choice>
              <mc:Fallback>
                <p:oleObj name="Image" r:id="rId5" imgW="2526984" imgH="3428571" progId="">
                  <p:embed/>
                  <p:pic>
                    <p:nvPicPr>
                      <p:cNvPr id="0" name="Picture 6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8000" y="0"/>
                        <a:ext cx="3058584" cy="313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3142" name="Picture 70"/>
          <p:cNvPicPr>
            <a:picLocks noChangeAspect="1" noChangeArrowheads="1"/>
          </p:cNvPicPr>
          <p:nvPr/>
        </p:nvPicPr>
        <p:blipFill>
          <a:blip r:embed="rId7"/>
          <a:srcRect/>
          <a:stretch>
            <a:fillRect/>
          </a:stretch>
        </p:blipFill>
        <p:spPr bwMode="auto">
          <a:xfrm>
            <a:off x="9211733" y="1"/>
            <a:ext cx="2980267" cy="3127375"/>
          </a:xfrm>
          <a:prstGeom prst="rect">
            <a:avLst/>
          </a:prstGeom>
          <a:noFill/>
        </p:spPr>
      </p:pic>
      <p:sp>
        <p:nvSpPr>
          <p:cNvPr id="3074" name="Rectangle 2"/>
          <p:cNvSpPr>
            <a:spLocks noGrp="1" noChangeArrowheads="1"/>
          </p:cNvSpPr>
          <p:nvPr>
            <p:ph type="ctrTitle"/>
          </p:nvPr>
        </p:nvSpPr>
        <p:spPr>
          <a:xfrm>
            <a:off x="3251201" y="3048000"/>
            <a:ext cx="8834967" cy="762000"/>
          </a:xfrm>
        </p:spPr>
        <p:txBody>
          <a:bodyPr/>
          <a:lstStyle>
            <a:lvl1pPr>
              <a:defRPr baseline="0"/>
            </a:lvl1pPr>
          </a:lstStyle>
          <a:p>
            <a:endParaRPr lang="en-AU" dirty="0"/>
          </a:p>
        </p:txBody>
      </p:sp>
      <p:sp>
        <p:nvSpPr>
          <p:cNvPr id="3075" name="Rectangle 3"/>
          <p:cNvSpPr>
            <a:spLocks noGrp="1" noChangeArrowheads="1"/>
          </p:cNvSpPr>
          <p:nvPr>
            <p:ph type="subTitle" idx="1"/>
          </p:nvPr>
        </p:nvSpPr>
        <p:spPr>
          <a:xfrm>
            <a:off x="1117600" y="5257800"/>
            <a:ext cx="10363200" cy="533400"/>
          </a:xfrm>
        </p:spPr>
        <p:txBody>
          <a:bodyPr/>
          <a:lstStyle>
            <a:lvl1pPr marL="0" indent="0" algn="ctr">
              <a:buFont typeface="Wingdings" pitchFamily="2" charset="2"/>
              <a:buNone/>
              <a:defRPr sz="2000" b="0" baseline="0">
                <a:solidFill>
                  <a:schemeClr val="tx1"/>
                </a:solidFill>
              </a:defRPr>
            </a:lvl1pPr>
          </a:lstStyle>
          <a:p>
            <a:endParaRPr lang="en-AU" dirty="0"/>
          </a:p>
        </p:txBody>
      </p:sp>
      <p:pic>
        <p:nvPicPr>
          <p:cNvPr id="3586" name="Picture 514" descr="http://www.liputan1.com/wp-content/uploads/2016/02/Universitas-BudiLuhur.png"/>
          <p:cNvPicPr>
            <a:picLocks noChangeAspect="1" noChangeArrowheads="1"/>
          </p:cNvPicPr>
          <p:nvPr userDrawn="1"/>
        </p:nvPicPr>
        <p:blipFill>
          <a:blip r:embed="rId8" cstate="print">
            <a:extLst>
              <a:ext uri="{28A0092B-C50C-407E-A947-70E740481C1C}">
                <a14:useLocalDpi xmlns:a14="http://schemas.microsoft.com/office/drawing/2010/main" val="0"/>
              </a:ext>
            </a:extLst>
          </a:blip>
          <a:srcRect/>
          <a:stretch>
            <a:fillRect/>
          </a:stretch>
        </p:blipFill>
        <p:spPr bwMode="auto">
          <a:xfrm>
            <a:off x="127054" y="588464"/>
            <a:ext cx="2840513" cy="180344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vl1pPr>
          </a:lstStyle>
          <a:p>
            <a:endParaRPr lang="id-ID"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smtClean="0"/>
              <a:t>Click to edit Master title style</a:t>
            </a:r>
            <a:endParaRPr lang="id-ID"/>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id-ID"/>
          </a:p>
        </p:txBody>
      </p:sp>
      <p:sp>
        <p:nvSpPr>
          <p:cNvPr id="3" name="Content Placeholder 2"/>
          <p:cNvSpPr>
            <a:spLocks noGrp="1"/>
          </p:cNvSpPr>
          <p:nvPr>
            <p:ph sz="half" idx="1"/>
          </p:nvPr>
        </p:nvSpPr>
        <p:spPr>
          <a:xfrm>
            <a:off x="609600" y="1371600"/>
            <a:ext cx="53848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Content Placeholder 3"/>
          <p:cNvSpPr>
            <a:spLocks noGrp="1"/>
          </p:cNvSpPr>
          <p:nvPr>
            <p:ph sz="half" idx="2"/>
          </p:nvPr>
        </p:nvSpPr>
        <p:spPr>
          <a:xfrm>
            <a:off x="6197600" y="1371600"/>
            <a:ext cx="53848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smtClean="0"/>
              <a:t>Click to edit Master title style</a:t>
            </a:r>
            <a:endParaRPr lang="id-ID"/>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id-ID"/>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smtClean="0"/>
              <a:t>Click to edit Master title style</a:t>
            </a:r>
            <a:endParaRPr lang="id-ID"/>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id-ID"/>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id-ID"/>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id-ID"/>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31838"/>
            <a:ext cx="2794000" cy="5592762"/>
          </a:xfrm>
        </p:spPr>
        <p:txBody>
          <a:bodyPr vert="eaVert"/>
          <a:lstStyle/>
          <a:p>
            <a:r>
              <a:rPr lang="en-US" smtClean="0"/>
              <a:t>Click to edit Master title style</a:t>
            </a:r>
            <a:endParaRPr lang="id-ID"/>
          </a:p>
        </p:txBody>
      </p:sp>
      <p:sp>
        <p:nvSpPr>
          <p:cNvPr id="3" name="Vertical Text Placeholder 2"/>
          <p:cNvSpPr>
            <a:spLocks noGrp="1"/>
          </p:cNvSpPr>
          <p:nvPr>
            <p:ph type="body" orient="vert" idx="1"/>
          </p:nvPr>
        </p:nvSpPr>
        <p:spPr>
          <a:xfrm>
            <a:off x="609600" y="731838"/>
            <a:ext cx="8178800" cy="559276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914400" y="731838"/>
            <a:ext cx="10871200" cy="563562"/>
          </a:xfrm>
        </p:spPr>
        <p:txBody>
          <a:bodyPr/>
          <a:lstStyle/>
          <a:p>
            <a:r>
              <a:rPr lang="en-US" smtClean="0"/>
              <a:t>Click to edit Master title style</a:t>
            </a:r>
            <a:endParaRPr lang="id-ID"/>
          </a:p>
        </p:txBody>
      </p:sp>
      <p:sp>
        <p:nvSpPr>
          <p:cNvPr id="3" name="Table Placeholder 2"/>
          <p:cNvSpPr>
            <a:spLocks noGrp="1"/>
          </p:cNvSpPr>
          <p:nvPr>
            <p:ph type="tbl" idx="1"/>
          </p:nvPr>
        </p:nvSpPr>
        <p:spPr>
          <a:xfrm>
            <a:off x="609600" y="1371600"/>
            <a:ext cx="10972800" cy="4953000"/>
          </a:xfrm>
        </p:spPr>
        <p:txBody>
          <a:bodyPr/>
          <a:lstStyle/>
          <a:p>
            <a:r>
              <a:rPr lang="en-US" smtClean="0"/>
              <a:t>Click icon to add table</a:t>
            </a:r>
            <a:endParaRPr lang="id-ID"/>
          </a:p>
        </p:txBody>
      </p:sp>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pPr>
              <a:defRPr/>
            </a:pPr>
            <a:fld id="{FE22493C-64D7-45E0-9B64-F5BE04208726}" type="datetimeFigureOut">
              <a:rPr lang="en-US" smtClean="0">
                <a:solidFill>
                  <a:prstClr val="black">
                    <a:tint val="75000"/>
                  </a:prstClr>
                </a:solidFill>
              </a:rPr>
              <a:pPr>
                <a:defRPr/>
              </a:pPr>
              <a:t>3/14/2021</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E67FF784-6C2A-48BE-B2B9-2310CD1853F0}" type="slidenum">
              <a:rPr lang="en-US" smtClean="0">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6573772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FE22493C-64D7-45E0-9B64-F5BE04208726}" type="datetimeFigureOut">
              <a:rPr lang="en-US" smtClean="0">
                <a:solidFill>
                  <a:prstClr val="black">
                    <a:tint val="75000"/>
                  </a:prstClr>
                </a:solidFill>
              </a:rPr>
              <a:pPr>
                <a:defRPr/>
              </a:pPr>
              <a:t>3/14/2021</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E67FF784-6C2A-48BE-B2B9-2310CD1853F0}" type="slidenum">
              <a:rPr lang="en-US" smtClean="0">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6394884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a:defRPr/>
            </a:pPr>
            <a:fld id="{FE22493C-64D7-45E0-9B64-F5BE04208726}" type="datetimeFigureOut">
              <a:rPr lang="en-US" smtClean="0">
                <a:solidFill>
                  <a:prstClr val="black">
                    <a:tint val="75000"/>
                  </a:prstClr>
                </a:solidFill>
              </a:rPr>
              <a:pPr>
                <a:defRPr/>
              </a:pPr>
              <a:t>3/14/2021</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E67FF784-6C2A-48BE-B2B9-2310CD1853F0}" type="slidenum">
              <a:rPr lang="en-US" smtClean="0">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8731449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a:defRPr/>
            </a:pPr>
            <a:fld id="{FE22493C-64D7-45E0-9B64-F5BE04208726}" type="datetimeFigureOut">
              <a:rPr lang="en-US" smtClean="0">
                <a:solidFill>
                  <a:prstClr val="black">
                    <a:tint val="75000"/>
                  </a:prstClr>
                </a:solidFill>
              </a:rPr>
              <a:pPr>
                <a:defRPr/>
              </a:pPr>
              <a:t>3/14/2021</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pPr>
              <a:defRPr/>
            </a:pPr>
            <a:fld id="{E67FF784-6C2A-48BE-B2B9-2310CD1853F0}" type="slidenum">
              <a:rPr lang="en-US" smtClean="0">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35166375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a:defRPr/>
            </a:pPr>
            <a:fld id="{FE22493C-64D7-45E0-9B64-F5BE04208726}" type="datetimeFigureOut">
              <a:rPr lang="en-US" smtClean="0">
                <a:solidFill>
                  <a:prstClr val="black">
                    <a:tint val="75000"/>
                  </a:prstClr>
                </a:solidFill>
              </a:rPr>
              <a:pPr>
                <a:defRPr/>
              </a:pPr>
              <a:t>3/14/2021</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pPr>
              <a:defRPr/>
            </a:pPr>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pPr>
              <a:defRPr/>
            </a:pPr>
            <a:fld id="{E67FF784-6C2A-48BE-B2B9-2310CD1853F0}" type="slidenum">
              <a:rPr lang="en-US" smtClean="0">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41824833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fld id="{FE22493C-64D7-45E0-9B64-F5BE04208726}" type="datetimeFigureOut">
              <a:rPr lang="en-US" smtClean="0">
                <a:solidFill>
                  <a:prstClr val="black">
                    <a:tint val="75000"/>
                  </a:prstClr>
                </a:solidFill>
              </a:rPr>
              <a:pPr>
                <a:defRPr/>
              </a:pPr>
              <a:t>3/14/2021</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pPr>
              <a:defRPr/>
            </a:pPr>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pPr>
              <a:defRPr/>
            </a:pPr>
            <a:fld id="{E67FF784-6C2A-48BE-B2B9-2310CD1853F0}" type="slidenum">
              <a:rPr lang="en-US" smtClean="0">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11125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FE22493C-64D7-45E0-9B64-F5BE04208726}" type="datetimeFigureOut">
              <a:rPr lang="en-US" smtClean="0">
                <a:solidFill>
                  <a:prstClr val="black">
                    <a:tint val="75000"/>
                  </a:prstClr>
                </a:solidFill>
              </a:rPr>
              <a:pPr>
                <a:defRPr/>
              </a:pPr>
              <a:t>3/14/2021</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pPr>
              <a:defRPr/>
            </a:pPr>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pPr>
              <a:defRPr/>
            </a:pPr>
            <a:fld id="{E67FF784-6C2A-48BE-B2B9-2310CD1853F0}" type="slidenum">
              <a:rPr lang="en-US" smtClean="0">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30404033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pPr>
              <a:defRPr/>
            </a:pPr>
            <a:fld id="{FE22493C-64D7-45E0-9B64-F5BE04208726}" type="datetimeFigureOut">
              <a:rPr lang="en-US" smtClean="0">
                <a:solidFill>
                  <a:prstClr val="black">
                    <a:tint val="75000"/>
                  </a:prstClr>
                </a:solidFill>
              </a:rPr>
              <a:pPr>
                <a:defRPr/>
              </a:pPr>
              <a:t>3/14/2021</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pPr>
              <a:defRPr/>
            </a:pPr>
            <a:fld id="{E67FF784-6C2A-48BE-B2B9-2310CD1853F0}" type="slidenum">
              <a:rPr lang="en-US" smtClean="0">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69532060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pPr>
              <a:defRPr/>
            </a:pPr>
            <a:fld id="{FE22493C-64D7-45E0-9B64-F5BE04208726}" type="datetimeFigureOut">
              <a:rPr lang="en-US" smtClean="0">
                <a:solidFill>
                  <a:prstClr val="black">
                    <a:tint val="75000"/>
                  </a:prstClr>
                </a:solidFill>
              </a:rPr>
              <a:pPr>
                <a:defRPr/>
              </a:pPr>
              <a:t>3/14/2021</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pPr>
              <a:defRPr/>
            </a:pPr>
            <a:fld id="{E67FF784-6C2A-48BE-B2B9-2310CD1853F0}" type="slidenum">
              <a:rPr lang="en-US" smtClean="0">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18014233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FE22493C-64D7-45E0-9B64-F5BE04208726}" type="datetimeFigureOut">
              <a:rPr lang="en-US" smtClean="0">
                <a:solidFill>
                  <a:prstClr val="black">
                    <a:tint val="75000"/>
                  </a:prstClr>
                </a:solidFill>
              </a:rPr>
              <a:pPr>
                <a:defRPr/>
              </a:pPr>
              <a:t>3/14/2021</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E67FF784-6C2A-48BE-B2B9-2310CD1853F0}" type="slidenum">
              <a:rPr lang="en-US" smtClean="0">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195928971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FE22493C-64D7-45E0-9B64-F5BE04208726}" type="datetimeFigureOut">
              <a:rPr lang="en-US" smtClean="0">
                <a:solidFill>
                  <a:prstClr val="black">
                    <a:tint val="75000"/>
                  </a:prstClr>
                </a:solidFill>
              </a:rPr>
              <a:pPr>
                <a:defRPr/>
              </a:pPr>
              <a:t>3/14/2021</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E67FF784-6C2A-48BE-B2B9-2310CD1853F0}" type="slidenum">
              <a:rPr lang="en-US" smtClean="0">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98815748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6_Custom Layout">
    <p:spTree>
      <p:nvGrpSpPr>
        <p:cNvPr id="1" name=""/>
        <p:cNvGrpSpPr/>
        <p:nvPr/>
      </p:nvGrpSpPr>
      <p:grpSpPr>
        <a:xfrm>
          <a:off x="0" y="0"/>
          <a:ext cx="0" cy="0"/>
          <a:chOff x="0" y="0"/>
          <a:chExt cx="0" cy="0"/>
        </a:xfrm>
      </p:grpSpPr>
      <p:pic>
        <p:nvPicPr>
          <p:cNvPr id="6" name="Picture 5"/>
          <p:cNvPicPr>
            <a:picLocks noChangeAspect="1"/>
          </p:cNvPicPr>
          <p:nvPr userDrawn="1"/>
        </p:nvPicPr>
        <p:blipFill rotWithShape="1">
          <a:blip r:embed="rId2" cstate="print">
            <a:extLst>
              <a:ext uri="{28A0092B-C50C-407E-A947-70E740481C1C}">
                <a14:useLocalDpi xmlns:a14="http://schemas.microsoft.com/office/drawing/2010/main" val="0"/>
              </a:ext>
            </a:extLst>
          </a:blip>
          <a:srcRect l="19221" t="29398" r="17922" b="13718"/>
          <a:stretch/>
        </p:blipFill>
        <p:spPr>
          <a:xfrm>
            <a:off x="4402801" y="2125896"/>
            <a:ext cx="3536515" cy="2133600"/>
          </a:xfrm>
          <a:prstGeom prst="rect">
            <a:avLst/>
          </a:prstGeom>
        </p:spPr>
      </p:pic>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221" t="29398" r="17922" b="13718"/>
          <a:stretch/>
        </p:blipFill>
        <p:spPr>
          <a:xfrm>
            <a:off x="8194640" y="2125896"/>
            <a:ext cx="3536515" cy="2133600"/>
          </a:xfrm>
          <a:prstGeom prst="rect">
            <a:avLst/>
          </a:prstGeom>
        </p:spPr>
      </p:pic>
      <p:pic>
        <p:nvPicPr>
          <p:cNvPr id="8" name="Picture 7"/>
          <p:cNvPicPr>
            <a:picLocks noChangeAspect="1"/>
          </p:cNvPicPr>
          <p:nvPr userDrawn="1"/>
        </p:nvPicPr>
        <p:blipFill rotWithShape="1">
          <a:blip r:embed="rId2" cstate="print">
            <a:extLst>
              <a:ext uri="{28A0092B-C50C-407E-A947-70E740481C1C}">
                <a14:useLocalDpi xmlns:a14="http://schemas.microsoft.com/office/drawing/2010/main" val="0"/>
              </a:ext>
            </a:extLst>
          </a:blip>
          <a:srcRect l="19221" t="29398" r="17922" b="13718"/>
          <a:stretch/>
        </p:blipFill>
        <p:spPr>
          <a:xfrm>
            <a:off x="629089" y="2125896"/>
            <a:ext cx="3536515" cy="2133600"/>
          </a:xfrm>
          <a:prstGeom prst="rect">
            <a:avLst/>
          </a:prstGeom>
        </p:spPr>
      </p:pic>
      <p:sp>
        <p:nvSpPr>
          <p:cNvPr id="10" name="Picture Placeholder 9"/>
          <p:cNvSpPr>
            <a:spLocks noGrp="1"/>
          </p:cNvSpPr>
          <p:nvPr>
            <p:ph type="pic" sz="quarter" idx="10"/>
          </p:nvPr>
        </p:nvSpPr>
        <p:spPr>
          <a:xfrm>
            <a:off x="1143000" y="2359696"/>
            <a:ext cx="2454442" cy="1555750"/>
          </a:xfrm>
        </p:spPr>
        <p:txBody>
          <a:bodyPr/>
          <a:lstStyle/>
          <a:p>
            <a:endParaRPr lang="en-US" dirty="0"/>
          </a:p>
        </p:txBody>
      </p:sp>
      <p:sp>
        <p:nvSpPr>
          <p:cNvPr id="11" name="Picture Placeholder 9"/>
          <p:cNvSpPr>
            <a:spLocks noGrp="1"/>
          </p:cNvSpPr>
          <p:nvPr>
            <p:ph type="pic" sz="quarter" idx="11"/>
          </p:nvPr>
        </p:nvSpPr>
        <p:spPr>
          <a:xfrm>
            <a:off x="4920524" y="2359696"/>
            <a:ext cx="2454833" cy="1555750"/>
          </a:xfrm>
        </p:spPr>
        <p:txBody>
          <a:bodyPr/>
          <a:lstStyle/>
          <a:p>
            <a:endParaRPr lang="en-US" dirty="0"/>
          </a:p>
        </p:txBody>
      </p:sp>
      <p:sp>
        <p:nvSpPr>
          <p:cNvPr id="12" name="Picture Placeholder 9"/>
          <p:cNvSpPr>
            <a:spLocks noGrp="1"/>
          </p:cNvSpPr>
          <p:nvPr>
            <p:ph type="pic" sz="quarter" idx="12"/>
          </p:nvPr>
        </p:nvSpPr>
        <p:spPr>
          <a:xfrm>
            <a:off x="8698833" y="2359696"/>
            <a:ext cx="2457780" cy="1555750"/>
          </a:xfrm>
        </p:spPr>
        <p:txBody>
          <a:bodyPr/>
          <a:lstStyle/>
          <a:p>
            <a:endParaRPr lang="en-US" dirty="0"/>
          </a:p>
        </p:txBody>
      </p:sp>
      <p:sp>
        <p:nvSpPr>
          <p:cNvPr id="9" name="Text Placeholder 24"/>
          <p:cNvSpPr>
            <a:spLocks noGrp="1"/>
          </p:cNvSpPr>
          <p:nvPr>
            <p:ph type="body" sz="quarter" idx="13"/>
          </p:nvPr>
        </p:nvSpPr>
        <p:spPr>
          <a:xfrm>
            <a:off x="402109" y="4552091"/>
            <a:ext cx="3623619" cy="1504950"/>
          </a:xfrm>
        </p:spPr>
        <p:txBody>
          <a:bodyPr/>
          <a:lstStyle>
            <a:lvl1pPr marL="0" indent="0" algn="ctr">
              <a:buNone/>
              <a:defRPr/>
            </a:lvl1pPr>
            <a:lvl4pPr marL="1371600" indent="0">
              <a:buNone/>
              <a:defRPr/>
            </a:lvl4pPr>
            <a:lvl5pPr marL="1828800" indent="0">
              <a:buNone/>
              <a:defRPr/>
            </a:lvl5pPr>
          </a:lstStyle>
          <a:p>
            <a:pPr lvl="0"/>
            <a:r>
              <a:rPr lang="en-US" dirty="0"/>
              <a:t>Edit Master text styles</a:t>
            </a:r>
          </a:p>
        </p:txBody>
      </p:sp>
      <p:sp>
        <p:nvSpPr>
          <p:cNvPr id="13" name="Text Placeholder 24"/>
          <p:cNvSpPr>
            <a:spLocks noGrp="1"/>
          </p:cNvSpPr>
          <p:nvPr>
            <p:ph type="body" sz="quarter" idx="14"/>
          </p:nvPr>
        </p:nvSpPr>
        <p:spPr>
          <a:xfrm>
            <a:off x="4334904" y="4552091"/>
            <a:ext cx="3623619" cy="1504950"/>
          </a:xfrm>
        </p:spPr>
        <p:txBody>
          <a:bodyPr/>
          <a:lstStyle>
            <a:lvl1pPr marL="0" indent="0" algn="ctr">
              <a:buNone/>
              <a:defRPr/>
            </a:lvl1pPr>
            <a:lvl4pPr marL="1371600" indent="0">
              <a:buNone/>
              <a:defRPr/>
            </a:lvl4pPr>
            <a:lvl5pPr marL="1828800" indent="0">
              <a:buNone/>
              <a:defRPr/>
            </a:lvl5pPr>
          </a:lstStyle>
          <a:p>
            <a:pPr lvl="0"/>
            <a:r>
              <a:rPr lang="en-US" dirty="0"/>
              <a:t>Edit Master text styles</a:t>
            </a:r>
          </a:p>
        </p:txBody>
      </p:sp>
      <p:sp>
        <p:nvSpPr>
          <p:cNvPr id="14" name="Text Placeholder 24"/>
          <p:cNvSpPr>
            <a:spLocks noGrp="1"/>
          </p:cNvSpPr>
          <p:nvPr>
            <p:ph type="body" sz="quarter" idx="15"/>
          </p:nvPr>
        </p:nvSpPr>
        <p:spPr>
          <a:xfrm>
            <a:off x="8267699" y="4552091"/>
            <a:ext cx="3623619" cy="1504950"/>
          </a:xfrm>
        </p:spPr>
        <p:txBody>
          <a:bodyPr/>
          <a:lstStyle>
            <a:lvl1pPr marL="0" indent="0" algn="ctr">
              <a:buNone/>
              <a:defRPr/>
            </a:lvl1pPr>
            <a:lvl4pPr marL="1371600" indent="0">
              <a:buNone/>
              <a:defRPr/>
            </a:lvl4pPr>
            <a:lvl5pPr marL="1828800" indent="0">
              <a:buNone/>
              <a:defRPr/>
            </a:lvl5pPr>
          </a:lstStyle>
          <a:p>
            <a:pPr lvl="0"/>
            <a:r>
              <a:rPr lang="en-US" dirty="0"/>
              <a:t>Edit Master text styles</a:t>
            </a:r>
          </a:p>
        </p:txBody>
      </p:sp>
      <p:sp>
        <p:nvSpPr>
          <p:cNvPr id="15" name="Text Placeholder 24"/>
          <p:cNvSpPr>
            <a:spLocks noGrp="1"/>
          </p:cNvSpPr>
          <p:nvPr>
            <p:ph type="body" sz="quarter" idx="16"/>
          </p:nvPr>
        </p:nvSpPr>
        <p:spPr>
          <a:xfrm>
            <a:off x="402109" y="911804"/>
            <a:ext cx="11489209" cy="952500"/>
          </a:xfrm>
        </p:spPr>
        <p:txBody>
          <a:bodyPr/>
          <a:lstStyle>
            <a:lvl1pPr marL="0" indent="0" algn="ctr">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Edit Master text styles</a:t>
            </a:r>
          </a:p>
        </p:txBody>
      </p:sp>
    </p:spTree>
    <p:extLst>
      <p:ext uri="{BB962C8B-B14F-4D97-AF65-F5344CB8AC3E}">
        <p14:creationId xmlns:p14="http://schemas.microsoft.com/office/powerpoint/2010/main" val="2671546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 calcmode="lin" valueType="num">
                                      <p:cBhvr additive="base">
                                        <p:cTn id="7" dur="500" fill="hold"/>
                                        <p:tgtEl>
                                          <p:spTgt spid="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par>
                          <p:cTn id="15" fill="hold">
                            <p:stCondLst>
                              <p:cond delay="500"/>
                            </p:stCondLst>
                            <p:childTnLst>
                              <p:par>
                                <p:cTn id="16" presetID="2" presetClass="entr" presetSubtype="4" fill="hold" grpId="0" nodeType="afterEffect" nodePh="1">
                                  <p:stCondLst>
                                    <p:cond delay="0"/>
                                  </p:stCondLst>
                                  <p:endCondLst>
                                    <p:cond evt="begin" delay="0">
                                      <p:tn val="16"/>
                                    </p:cond>
                                  </p:endCondLst>
                                  <p:childTnLst>
                                    <p:set>
                                      <p:cBhvr>
                                        <p:cTn id="17" dur="1" fill="hold">
                                          <p:stCondLst>
                                            <p:cond delay="0"/>
                                          </p:stCondLst>
                                        </p:cTn>
                                        <p:tgtEl>
                                          <p:spTgt spid="10"/>
                                        </p:tgtEl>
                                        <p:attrNameLst>
                                          <p:attrName>style.visibility</p:attrName>
                                        </p:attrNameLst>
                                      </p:cBhvr>
                                      <p:to>
                                        <p:strVal val="visible"/>
                                      </p:to>
                                    </p:set>
                                    <p:anim calcmode="lin" valueType="num">
                                      <p:cBhvr additive="base">
                                        <p:cTn id="18" dur="500" fill="hold"/>
                                        <p:tgtEl>
                                          <p:spTgt spid="10"/>
                                        </p:tgtEl>
                                        <p:attrNameLst>
                                          <p:attrName>ppt_x</p:attrName>
                                        </p:attrNameLst>
                                      </p:cBhvr>
                                      <p:tavLst>
                                        <p:tav tm="0">
                                          <p:val>
                                            <p:strVal val="#ppt_x"/>
                                          </p:val>
                                        </p:tav>
                                        <p:tav tm="100000">
                                          <p:val>
                                            <p:strVal val="#ppt_x"/>
                                          </p:val>
                                        </p:tav>
                                      </p:tavLst>
                                    </p:anim>
                                    <p:anim calcmode="lin" valueType="num">
                                      <p:cBhvr additive="base">
                                        <p:cTn id="19" dur="500" fill="hold"/>
                                        <p:tgtEl>
                                          <p:spTgt spid="10"/>
                                        </p:tgtEl>
                                        <p:attrNameLst>
                                          <p:attrName>ppt_y</p:attrName>
                                        </p:attrNameLst>
                                      </p:cBhvr>
                                      <p:tavLst>
                                        <p:tav tm="0">
                                          <p:val>
                                            <p:strVal val="1+#ppt_h/2"/>
                                          </p:val>
                                        </p:tav>
                                        <p:tav tm="100000">
                                          <p:val>
                                            <p:strVal val="#ppt_y"/>
                                          </p:val>
                                        </p:tav>
                                      </p:tavLst>
                                    </p:anim>
                                  </p:childTnLst>
                                </p:cTn>
                              </p:par>
                            </p:childTnLst>
                          </p:cTn>
                        </p:par>
                        <p:par>
                          <p:cTn id="20" fill="hold">
                            <p:stCondLst>
                              <p:cond delay="1000"/>
                            </p:stCondLst>
                            <p:childTnLst>
                              <p:par>
                                <p:cTn id="21" presetID="2" presetClass="entr" presetSubtype="4" fill="hold" grpId="0" nodeType="afterEffect">
                                  <p:stCondLst>
                                    <p:cond delay="0"/>
                                  </p:stCondLst>
                                  <p:childTnLst>
                                    <p:set>
                                      <p:cBhvr>
                                        <p:cTn id="22" dur="1" fill="hold">
                                          <p:stCondLst>
                                            <p:cond delay="0"/>
                                          </p:stCondLst>
                                        </p:cTn>
                                        <p:tgtEl>
                                          <p:spTgt spid="9">
                                            <p:txEl>
                                              <p:pRg st="0" end="0"/>
                                            </p:txEl>
                                          </p:spTgt>
                                        </p:tgtEl>
                                        <p:attrNameLst>
                                          <p:attrName>style.visibility</p:attrName>
                                        </p:attrNameLst>
                                      </p:cBhvr>
                                      <p:to>
                                        <p:strVal val="visible"/>
                                      </p:to>
                                    </p:set>
                                    <p:anim calcmode="lin" valueType="num">
                                      <p:cBhvr additive="base">
                                        <p:cTn id="23"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additive="base">
                                        <p:cTn id="29" dur="500" fill="hold"/>
                                        <p:tgtEl>
                                          <p:spTgt spid="6"/>
                                        </p:tgtEl>
                                        <p:attrNameLst>
                                          <p:attrName>ppt_x</p:attrName>
                                        </p:attrNameLst>
                                      </p:cBhvr>
                                      <p:tavLst>
                                        <p:tav tm="0">
                                          <p:val>
                                            <p:strVal val="#ppt_x"/>
                                          </p:val>
                                        </p:tav>
                                        <p:tav tm="100000">
                                          <p:val>
                                            <p:strVal val="#ppt_x"/>
                                          </p:val>
                                        </p:tav>
                                      </p:tavLst>
                                    </p:anim>
                                    <p:anim calcmode="lin" valueType="num">
                                      <p:cBhvr additive="base">
                                        <p:cTn id="30" dur="500" fill="hold"/>
                                        <p:tgtEl>
                                          <p:spTgt spid="6"/>
                                        </p:tgtEl>
                                        <p:attrNameLst>
                                          <p:attrName>ppt_y</p:attrName>
                                        </p:attrNameLst>
                                      </p:cBhvr>
                                      <p:tavLst>
                                        <p:tav tm="0">
                                          <p:val>
                                            <p:strVal val="1+#ppt_h/2"/>
                                          </p:val>
                                        </p:tav>
                                        <p:tav tm="100000">
                                          <p:val>
                                            <p:strVal val="#ppt_y"/>
                                          </p:val>
                                        </p:tav>
                                      </p:tavLst>
                                    </p:anim>
                                  </p:childTnLst>
                                </p:cTn>
                              </p:par>
                            </p:childTnLst>
                          </p:cTn>
                        </p:par>
                        <p:par>
                          <p:cTn id="31" fill="hold">
                            <p:stCondLst>
                              <p:cond delay="500"/>
                            </p:stCondLst>
                            <p:childTnLst>
                              <p:par>
                                <p:cTn id="32" presetID="2" presetClass="entr" presetSubtype="4" fill="hold" grpId="0" nodeType="afterEffect" nodePh="1">
                                  <p:stCondLst>
                                    <p:cond delay="0"/>
                                  </p:stCondLst>
                                  <p:endCondLst>
                                    <p:cond evt="begin" delay="0">
                                      <p:tn val="32"/>
                                    </p:cond>
                                  </p:endCondLst>
                                  <p:childTnLst>
                                    <p:set>
                                      <p:cBhvr>
                                        <p:cTn id="33" dur="1" fill="hold">
                                          <p:stCondLst>
                                            <p:cond delay="0"/>
                                          </p:stCondLst>
                                        </p:cTn>
                                        <p:tgtEl>
                                          <p:spTgt spid="11"/>
                                        </p:tgtEl>
                                        <p:attrNameLst>
                                          <p:attrName>style.visibility</p:attrName>
                                        </p:attrNameLst>
                                      </p:cBhvr>
                                      <p:to>
                                        <p:strVal val="visible"/>
                                      </p:to>
                                    </p:set>
                                    <p:anim calcmode="lin" valueType="num">
                                      <p:cBhvr additive="base">
                                        <p:cTn id="34" dur="500" fill="hold"/>
                                        <p:tgtEl>
                                          <p:spTgt spid="11"/>
                                        </p:tgtEl>
                                        <p:attrNameLst>
                                          <p:attrName>ppt_x</p:attrName>
                                        </p:attrNameLst>
                                      </p:cBhvr>
                                      <p:tavLst>
                                        <p:tav tm="0">
                                          <p:val>
                                            <p:strVal val="#ppt_x"/>
                                          </p:val>
                                        </p:tav>
                                        <p:tav tm="100000">
                                          <p:val>
                                            <p:strVal val="#ppt_x"/>
                                          </p:val>
                                        </p:tav>
                                      </p:tavLst>
                                    </p:anim>
                                    <p:anim calcmode="lin" valueType="num">
                                      <p:cBhvr additive="base">
                                        <p:cTn id="35" dur="500" fill="hold"/>
                                        <p:tgtEl>
                                          <p:spTgt spid="11"/>
                                        </p:tgtEl>
                                        <p:attrNameLst>
                                          <p:attrName>ppt_y</p:attrName>
                                        </p:attrNameLst>
                                      </p:cBhvr>
                                      <p:tavLst>
                                        <p:tav tm="0">
                                          <p:val>
                                            <p:strVal val="1+#ppt_h/2"/>
                                          </p:val>
                                        </p:tav>
                                        <p:tav tm="100000">
                                          <p:val>
                                            <p:strVal val="#ppt_y"/>
                                          </p:val>
                                        </p:tav>
                                      </p:tavLst>
                                    </p:anim>
                                  </p:childTnLst>
                                </p:cTn>
                              </p:par>
                            </p:childTnLst>
                          </p:cTn>
                        </p:par>
                        <p:par>
                          <p:cTn id="36" fill="hold">
                            <p:stCondLst>
                              <p:cond delay="1000"/>
                            </p:stCondLst>
                            <p:childTnLst>
                              <p:par>
                                <p:cTn id="37" presetID="2" presetClass="entr" presetSubtype="4" fill="hold" grpId="0" nodeType="afterEffect">
                                  <p:stCondLst>
                                    <p:cond delay="0"/>
                                  </p:stCondLst>
                                  <p:childTnLst>
                                    <p:set>
                                      <p:cBhvr>
                                        <p:cTn id="38" dur="1" fill="hold">
                                          <p:stCondLst>
                                            <p:cond delay="0"/>
                                          </p:stCondLst>
                                        </p:cTn>
                                        <p:tgtEl>
                                          <p:spTgt spid="13">
                                            <p:txEl>
                                              <p:pRg st="0" end="0"/>
                                            </p:txEl>
                                          </p:spTgt>
                                        </p:tgtEl>
                                        <p:attrNameLst>
                                          <p:attrName>style.visibility</p:attrName>
                                        </p:attrNameLst>
                                      </p:cBhvr>
                                      <p:to>
                                        <p:strVal val="visible"/>
                                      </p:to>
                                    </p:set>
                                    <p:anim calcmode="lin" valueType="num">
                                      <p:cBhvr additive="base">
                                        <p:cTn id="39"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7"/>
                                        </p:tgtEl>
                                        <p:attrNameLst>
                                          <p:attrName>style.visibility</p:attrName>
                                        </p:attrNameLst>
                                      </p:cBhvr>
                                      <p:to>
                                        <p:strVal val="visible"/>
                                      </p:to>
                                    </p:set>
                                    <p:anim calcmode="lin" valueType="num">
                                      <p:cBhvr additive="base">
                                        <p:cTn id="45" dur="500" fill="hold"/>
                                        <p:tgtEl>
                                          <p:spTgt spid="7"/>
                                        </p:tgtEl>
                                        <p:attrNameLst>
                                          <p:attrName>ppt_x</p:attrName>
                                        </p:attrNameLst>
                                      </p:cBhvr>
                                      <p:tavLst>
                                        <p:tav tm="0">
                                          <p:val>
                                            <p:strVal val="#ppt_x"/>
                                          </p:val>
                                        </p:tav>
                                        <p:tav tm="100000">
                                          <p:val>
                                            <p:strVal val="#ppt_x"/>
                                          </p:val>
                                        </p:tav>
                                      </p:tavLst>
                                    </p:anim>
                                    <p:anim calcmode="lin" valueType="num">
                                      <p:cBhvr additive="base">
                                        <p:cTn id="46" dur="500" fill="hold"/>
                                        <p:tgtEl>
                                          <p:spTgt spid="7"/>
                                        </p:tgtEl>
                                        <p:attrNameLst>
                                          <p:attrName>ppt_y</p:attrName>
                                        </p:attrNameLst>
                                      </p:cBhvr>
                                      <p:tavLst>
                                        <p:tav tm="0">
                                          <p:val>
                                            <p:strVal val="1+#ppt_h/2"/>
                                          </p:val>
                                        </p:tav>
                                        <p:tav tm="100000">
                                          <p:val>
                                            <p:strVal val="#ppt_y"/>
                                          </p:val>
                                        </p:tav>
                                      </p:tavLst>
                                    </p:anim>
                                  </p:childTnLst>
                                </p:cTn>
                              </p:par>
                            </p:childTnLst>
                          </p:cTn>
                        </p:par>
                        <p:par>
                          <p:cTn id="47" fill="hold">
                            <p:stCondLst>
                              <p:cond delay="500"/>
                            </p:stCondLst>
                            <p:childTnLst>
                              <p:par>
                                <p:cTn id="48" presetID="2" presetClass="entr" presetSubtype="4" fill="hold" grpId="0" nodeType="afterEffect" nodePh="1">
                                  <p:stCondLst>
                                    <p:cond delay="0"/>
                                  </p:stCondLst>
                                  <p:endCondLst>
                                    <p:cond evt="begin" delay="0">
                                      <p:tn val="48"/>
                                    </p:cond>
                                  </p:endCondLst>
                                  <p:childTnLst>
                                    <p:set>
                                      <p:cBhvr>
                                        <p:cTn id="49" dur="1" fill="hold">
                                          <p:stCondLst>
                                            <p:cond delay="0"/>
                                          </p:stCondLst>
                                        </p:cTn>
                                        <p:tgtEl>
                                          <p:spTgt spid="12"/>
                                        </p:tgtEl>
                                        <p:attrNameLst>
                                          <p:attrName>style.visibility</p:attrName>
                                        </p:attrNameLst>
                                      </p:cBhvr>
                                      <p:to>
                                        <p:strVal val="visible"/>
                                      </p:to>
                                    </p:set>
                                    <p:anim calcmode="lin" valueType="num">
                                      <p:cBhvr additive="base">
                                        <p:cTn id="50" dur="500" fill="hold"/>
                                        <p:tgtEl>
                                          <p:spTgt spid="12"/>
                                        </p:tgtEl>
                                        <p:attrNameLst>
                                          <p:attrName>ppt_x</p:attrName>
                                        </p:attrNameLst>
                                      </p:cBhvr>
                                      <p:tavLst>
                                        <p:tav tm="0">
                                          <p:val>
                                            <p:strVal val="#ppt_x"/>
                                          </p:val>
                                        </p:tav>
                                        <p:tav tm="100000">
                                          <p:val>
                                            <p:strVal val="#ppt_x"/>
                                          </p:val>
                                        </p:tav>
                                      </p:tavLst>
                                    </p:anim>
                                    <p:anim calcmode="lin" valueType="num">
                                      <p:cBhvr additive="base">
                                        <p:cTn id="51" dur="500" fill="hold"/>
                                        <p:tgtEl>
                                          <p:spTgt spid="12"/>
                                        </p:tgtEl>
                                        <p:attrNameLst>
                                          <p:attrName>ppt_y</p:attrName>
                                        </p:attrNameLst>
                                      </p:cBhvr>
                                      <p:tavLst>
                                        <p:tav tm="0">
                                          <p:val>
                                            <p:strVal val="1+#ppt_h/2"/>
                                          </p:val>
                                        </p:tav>
                                        <p:tav tm="100000">
                                          <p:val>
                                            <p:strVal val="#ppt_y"/>
                                          </p:val>
                                        </p:tav>
                                      </p:tavLst>
                                    </p:anim>
                                  </p:childTnLst>
                                </p:cTn>
                              </p:par>
                            </p:childTnLst>
                          </p:cTn>
                        </p:par>
                        <p:par>
                          <p:cTn id="52" fill="hold">
                            <p:stCondLst>
                              <p:cond delay="1000"/>
                            </p:stCondLst>
                            <p:childTnLst>
                              <p:par>
                                <p:cTn id="53" presetID="2" presetClass="entr" presetSubtype="4" fill="hold" grpId="0" nodeType="afterEffect">
                                  <p:stCondLst>
                                    <p:cond delay="0"/>
                                  </p:stCondLst>
                                  <p:childTnLst>
                                    <p:set>
                                      <p:cBhvr>
                                        <p:cTn id="54" dur="1" fill="hold">
                                          <p:stCondLst>
                                            <p:cond delay="0"/>
                                          </p:stCondLst>
                                        </p:cTn>
                                        <p:tgtEl>
                                          <p:spTgt spid="14">
                                            <p:txEl>
                                              <p:pRg st="0" end="0"/>
                                            </p:txEl>
                                          </p:spTgt>
                                        </p:tgtEl>
                                        <p:attrNameLst>
                                          <p:attrName>style.visibility</p:attrName>
                                        </p:attrNameLst>
                                      </p:cBhvr>
                                      <p:to>
                                        <p:strVal val="visible"/>
                                      </p:to>
                                    </p:set>
                                    <p:anim calcmode="lin" valueType="num">
                                      <p:cBhvr additive="base">
                                        <p:cTn id="55"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1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9" grpId="0" build="p">
        <p:tmplLst>
          <p:tmpl lvl="1">
            <p:tnLst>
              <p:par>
                <p:cTn presetID="2" presetClass="entr" presetSubtype="4" fill="hold" nodeType="afterEffect">
                  <p:stCondLst>
                    <p:cond delay="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500" fill="hold"/>
                        <p:tgtEl>
                          <p:spTgt spid="9"/>
                        </p:tgtEl>
                        <p:attrNameLst>
                          <p:attrName>ppt_x</p:attrName>
                        </p:attrNameLst>
                      </p:cBhvr>
                      <p:tavLst>
                        <p:tav tm="0">
                          <p:val>
                            <p:strVal val="#ppt_x"/>
                          </p:val>
                        </p:tav>
                        <p:tav tm="100000">
                          <p:val>
                            <p:strVal val="#ppt_x"/>
                          </p:val>
                        </p:tav>
                      </p:tavLst>
                    </p:anim>
                    <p:anim calcmode="lin" valueType="num">
                      <p:cBhvr additive="base">
                        <p:cTn dur="500" fill="hold"/>
                        <p:tgtEl>
                          <p:spTgt spid="9"/>
                        </p:tgtEl>
                        <p:attrNameLst>
                          <p:attrName>ppt_y</p:attrName>
                        </p:attrNameLst>
                      </p:cBhvr>
                      <p:tavLst>
                        <p:tav tm="0">
                          <p:val>
                            <p:strVal val="1+#ppt_h/2"/>
                          </p:val>
                        </p:tav>
                        <p:tav tm="100000">
                          <p:val>
                            <p:strVal val="#ppt_y"/>
                          </p:val>
                        </p:tav>
                      </p:tavLst>
                    </p:anim>
                  </p:childTnLst>
                </p:cTn>
              </p:par>
            </p:tnLst>
          </p:tmpl>
        </p:tmplLst>
      </p:bldP>
      <p:bldP spid="13" grpId="0" build="p">
        <p:tmplLst>
          <p:tmpl lvl="1">
            <p:tnLst>
              <p:par>
                <p:cTn presetID="2" presetClass="entr" presetSubtype="4" fill="hold" nodeType="afterEffect">
                  <p:stCondLst>
                    <p:cond delay="0"/>
                  </p:stCondLst>
                  <p:childTnLst>
                    <p:set>
                      <p:cBhvr>
                        <p:cTn dur="1" fill="hold">
                          <p:stCondLst>
                            <p:cond delay="0"/>
                          </p:stCondLst>
                        </p:cTn>
                        <p:tgtEl>
                          <p:spTgt spid="13"/>
                        </p:tgtEl>
                        <p:attrNameLst>
                          <p:attrName>style.visibility</p:attrName>
                        </p:attrNameLst>
                      </p:cBhvr>
                      <p:to>
                        <p:strVal val="visible"/>
                      </p:to>
                    </p:set>
                    <p:anim calcmode="lin" valueType="num">
                      <p:cBhvr additive="base">
                        <p:cTn dur="500" fill="hold"/>
                        <p:tgtEl>
                          <p:spTgt spid="13"/>
                        </p:tgtEl>
                        <p:attrNameLst>
                          <p:attrName>ppt_x</p:attrName>
                        </p:attrNameLst>
                      </p:cBhvr>
                      <p:tavLst>
                        <p:tav tm="0">
                          <p:val>
                            <p:strVal val="#ppt_x"/>
                          </p:val>
                        </p:tav>
                        <p:tav tm="100000">
                          <p:val>
                            <p:strVal val="#ppt_x"/>
                          </p:val>
                        </p:tav>
                      </p:tavLst>
                    </p:anim>
                    <p:anim calcmode="lin" valueType="num">
                      <p:cBhvr additive="base">
                        <p:cTn dur="500" fill="hold"/>
                        <p:tgtEl>
                          <p:spTgt spid="13"/>
                        </p:tgtEl>
                        <p:attrNameLst>
                          <p:attrName>ppt_y</p:attrName>
                        </p:attrNameLst>
                      </p:cBhvr>
                      <p:tavLst>
                        <p:tav tm="0">
                          <p:val>
                            <p:strVal val="1+#ppt_h/2"/>
                          </p:val>
                        </p:tav>
                        <p:tav tm="100000">
                          <p:val>
                            <p:strVal val="#ppt_y"/>
                          </p:val>
                        </p:tav>
                      </p:tavLst>
                    </p:anim>
                  </p:childTnLst>
                </p:cTn>
              </p:par>
            </p:tnLst>
          </p:tmpl>
        </p:tmplLst>
      </p:bldP>
      <p:bldP spid="14" grpId="0" build="p">
        <p:tmplLst>
          <p:tmpl lvl="1">
            <p:tnLst>
              <p:par>
                <p:cTn presetID="2" presetClass="entr" presetSubtype="4" fill="hold" nodeType="afterEffect">
                  <p:stCondLst>
                    <p:cond delay="0"/>
                  </p:stCondLst>
                  <p:childTnLst>
                    <p:set>
                      <p:cBhvr>
                        <p:cTn dur="1" fill="hold">
                          <p:stCondLst>
                            <p:cond delay="0"/>
                          </p:stCondLst>
                        </p:cTn>
                        <p:tgtEl>
                          <p:spTgt spid="14"/>
                        </p:tgtEl>
                        <p:attrNameLst>
                          <p:attrName>style.visibility</p:attrName>
                        </p:attrNameLst>
                      </p:cBhvr>
                      <p:to>
                        <p:strVal val="visible"/>
                      </p:to>
                    </p:set>
                    <p:anim calcmode="lin" valueType="num">
                      <p:cBhvr additive="base">
                        <p:cTn dur="500" fill="hold"/>
                        <p:tgtEl>
                          <p:spTgt spid="14"/>
                        </p:tgtEl>
                        <p:attrNameLst>
                          <p:attrName>ppt_x</p:attrName>
                        </p:attrNameLst>
                      </p:cBhvr>
                      <p:tavLst>
                        <p:tav tm="0">
                          <p:val>
                            <p:strVal val="#ppt_x"/>
                          </p:val>
                        </p:tav>
                        <p:tav tm="100000">
                          <p:val>
                            <p:strVal val="#ppt_x"/>
                          </p:val>
                        </p:tav>
                      </p:tavLst>
                    </p:anim>
                    <p:anim calcmode="lin" valueType="num">
                      <p:cBhvr additive="base">
                        <p:cTn dur="500" fill="hold"/>
                        <p:tgtEl>
                          <p:spTgt spid="14"/>
                        </p:tgtEl>
                        <p:attrNameLst>
                          <p:attrName>ppt_y</p:attrName>
                        </p:attrNameLst>
                      </p:cBhvr>
                      <p:tavLst>
                        <p:tav tm="0">
                          <p:val>
                            <p:strVal val="1+#ppt_h/2"/>
                          </p:val>
                        </p:tav>
                        <p:tav tm="100000">
                          <p:val>
                            <p:strVal val="#ppt_y"/>
                          </p:val>
                        </p:tav>
                      </p:tavLst>
                    </p:anim>
                  </p:childTnLst>
                </p:cTn>
              </p:par>
            </p:tnLst>
          </p:tmpl>
        </p:tmplLst>
      </p:bldP>
      <p:bldP spid="15" grpId="0" build="p">
        <p:tmplLst>
          <p:tmpl lvl="1">
            <p:tnLst>
              <p:par>
                <p:cTn presetID="2" presetClass="entr" presetSubtype="1" fill="hold" nodeType="withEffect">
                  <p:stCondLst>
                    <p:cond delay="0"/>
                  </p:stCondLst>
                  <p:childTnLst>
                    <p:set>
                      <p:cBhvr>
                        <p:cTn dur="1" fill="hold">
                          <p:stCondLst>
                            <p:cond delay="0"/>
                          </p:stCondLst>
                        </p:cTn>
                        <p:tgtEl>
                          <p:spTgt spid="15"/>
                        </p:tgtEl>
                        <p:attrNameLst>
                          <p:attrName>style.visibility</p:attrName>
                        </p:attrNameLst>
                      </p:cBhvr>
                      <p:to>
                        <p:strVal val="visible"/>
                      </p:to>
                    </p:set>
                    <p:anim calcmode="lin" valueType="num">
                      <p:cBhvr additive="base">
                        <p:cTn dur="500" fill="hold"/>
                        <p:tgtEl>
                          <p:spTgt spid="15"/>
                        </p:tgtEl>
                        <p:attrNameLst>
                          <p:attrName>ppt_x</p:attrName>
                        </p:attrNameLst>
                      </p:cBhvr>
                      <p:tavLst>
                        <p:tav tm="0">
                          <p:val>
                            <p:strVal val="#ppt_x"/>
                          </p:val>
                        </p:tav>
                        <p:tav tm="100000">
                          <p:val>
                            <p:strVal val="#ppt_x"/>
                          </p:val>
                        </p:tav>
                      </p:tavLst>
                    </p:anim>
                    <p:anim calcmode="lin" valueType="num">
                      <p:cBhvr additive="base">
                        <p:cTn dur="500" fill="hold"/>
                        <p:tgtEl>
                          <p:spTgt spid="15"/>
                        </p:tgtEl>
                        <p:attrNameLst>
                          <p:attrName>ppt_y</p:attrName>
                        </p:attrNameLst>
                      </p:cBhvr>
                      <p:tavLst>
                        <p:tav tm="0">
                          <p:val>
                            <p:strVal val="0-#ppt_h/2"/>
                          </p:val>
                        </p:tav>
                        <p:tav tm="100000">
                          <p:val>
                            <p:strVal val="#ppt_y"/>
                          </p:val>
                        </p:tav>
                      </p:tavLst>
                    </p:anim>
                  </p:childTnLst>
                </p:cTn>
              </p:par>
            </p:tnLst>
          </p:tmpl>
        </p:tmplLst>
      </p:bldP>
    </p:bld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7_Title Slide">
    <p:spTree>
      <p:nvGrpSpPr>
        <p:cNvPr id="1" name=""/>
        <p:cNvGrpSpPr/>
        <p:nvPr/>
      </p:nvGrpSpPr>
      <p:grpSpPr>
        <a:xfrm>
          <a:off x="0" y="0"/>
          <a:ext cx="0" cy="0"/>
          <a:chOff x="0" y="0"/>
          <a:chExt cx="0" cy="0"/>
        </a:xfrm>
      </p:grpSpPr>
      <p:sp>
        <p:nvSpPr>
          <p:cNvPr id="10" name="Title 1"/>
          <p:cNvSpPr>
            <a:spLocks noGrp="1"/>
          </p:cNvSpPr>
          <p:nvPr>
            <p:ph type="title"/>
          </p:nvPr>
        </p:nvSpPr>
        <p:spPr>
          <a:xfrm>
            <a:off x="605019" y="710112"/>
            <a:ext cx="7394446" cy="522714"/>
          </a:xfrm>
          <a:prstGeom prst="rect">
            <a:avLst/>
          </a:prstGeom>
        </p:spPr>
        <p:txBody>
          <a:bodyPr anchor="ctr">
            <a:noAutofit/>
          </a:bodyPr>
          <a:lstStyle>
            <a:lvl1pPr marL="0" algn="l" defTabSz="914400" rtl="0" eaLnBrk="1" latinLnBrk="0" hangingPunct="1">
              <a:lnSpc>
                <a:spcPct val="90000"/>
              </a:lnSpc>
              <a:spcBef>
                <a:spcPct val="0"/>
              </a:spcBef>
              <a:buNone/>
              <a:defRPr lang="en-US" sz="4800" kern="1200" dirty="0">
                <a:solidFill>
                  <a:srgbClr val="323E4A"/>
                </a:solidFill>
                <a:latin typeface="Bebas Neue" charset="0"/>
                <a:ea typeface="ＭＳ Ｐゴシック" charset="0"/>
                <a:cs typeface="Bebas Neue" charset="0"/>
              </a:defRPr>
            </a:lvl1pPr>
          </a:lstStyle>
          <a:p>
            <a:endParaRPr lang="en-US" dirty="0"/>
          </a:p>
        </p:txBody>
      </p:sp>
      <p:sp>
        <p:nvSpPr>
          <p:cNvPr id="12" name="Text Placeholder 6"/>
          <p:cNvSpPr>
            <a:spLocks noGrp="1"/>
          </p:cNvSpPr>
          <p:nvPr>
            <p:ph type="body" sz="quarter" idx="10" hasCustomPrompt="1"/>
          </p:nvPr>
        </p:nvSpPr>
        <p:spPr>
          <a:xfrm>
            <a:off x="601859" y="1272452"/>
            <a:ext cx="7423509" cy="228598"/>
          </a:xfrm>
          <a:prstGeom prst="rect">
            <a:avLst/>
          </a:prstGeom>
        </p:spPr>
        <p:txBody>
          <a:bodyPr anchor="ctr">
            <a:noAutofit/>
          </a:bodyPr>
          <a:lstStyle>
            <a:lvl1pPr marL="0" indent="0" algn="l" defTabSz="914400" rtl="0" eaLnBrk="1" latinLnBrk="0" hangingPunct="1">
              <a:lnSpc>
                <a:spcPct val="90000"/>
              </a:lnSpc>
              <a:spcBef>
                <a:spcPts val="1000"/>
              </a:spcBef>
              <a:buFont typeface="Arial" panose="020B0604020202020204" pitchFamily="34" charset="0"/>
              <a:buNone/>
              <a:defRPr lang="en-US" sz="1400" kern="1200" dirty="0">
                <a:solidFill>
                  <a:schemeClr val="bg1">
                    <a:lumMod val="50000"/>
                  </a:schemeClr>
                </a:solidFill>
                <a:latin typeface="Lato" panose="020F0502020204030203" pitchFamily="34" charset="0"/>
                <a:ea typeface="Lato" panose="020F0502020204030203" pitchFamily="34" charset="0"/>
                <a:cs typeface="Lato" panose="020F0502020204030203" pitchFamily="34" charset="0"/>
              </a:defRPr>
            </a:lvl1pPr>
            <a:lvl2pPr>
              <a:defRPr>
                <a:solidFill>
                  <a:schemeClr val="bg1">
                    <a:lumMod val="50000"/>
                  </a:schemeClr>
                </a:solidFill>
              </a:defRPr>
            </a:lvl2pPr>
            <a:lvl3pPr>
              <a:defRPr>
                <a:solidFill>
                  <a:schemeClr val="bg1">
                    <a:lumMod val="50000"/>
                  </a:schemeClr>
                </a:solidFill>
              </a:defRPr>
            </a:lvl3pPr>
            <a:lvl4pPr>
              <a:defRPr>
                <a:solidFill>
                  <a:schemeClr val="bg1">
                    <a:lumMod val="50000"/>
                  </a:schemeClr>
                </a:solidFill>
              </a:defRPr>
            </a:lvl4pPr>
            <a:lvl5pPr marL="1371600" indent="0" algn="l">
              <a:buNone/>
              <a:defRPr>
                <a:solidFill>
                  <a:schemeClr val="bg1">
                    <a:lumMod val="50000"/>
                  </a:schemeClr>
                </a:solidFill>
              </a:defRPr>
            </a:lvl5pPr>
            <a:lvl6pPr marL="1714500" indent="0">
              <a:buNone/>
              <a:defRPr/>
            </a:lvl6pPr>
            <a:lvl7pPr marL="2057400" indent="0">
              <a:buNone/>
              <a:defRPr/>
            </a:lvl7pPr>
            <a:lvl8pPr marL="2400300" indent="0">
              <a:buNone/>
              <a:defRPr/>
            </a:lvl8pPr>
            <a:lvl9pPr marL="2743200" indent="0">
              <a:buNone/>
              <a:defRPr/>
            </a:lvl9pPr>
          </a:lstStyle>
          <a:p>
            <a:pPr marL="0" lvl="0" indent="0" algn="l" defTabSz="685800" rtl="0" eaLnBrk="1" latinLnBrk="0" hangingPunct="1">
              <a:lnSpc>
                <a:spcPct val="70000"/>
              </a:lnSpc>
              <a:spcBef>
                <a:spcPts val="750"/>
              </a:spcBef>
              <a:buFont typeface="Arial" panose="020B0604020202020204" pitchFamily="34" charset="0"/>
              <a:buNone/>
            </a:pPr>
            <a:r>
              <a:rPr lang="en-US" dirty="0" smtClean="0"/>
              <a:t>Click to edit Master text styles level</a:t>
            </a:r>
            <a:endParaRPr lang="en-US" dirty="0"/>
          </a:p>
        </p:txBody>
      </p:sp>
      <p:sp>
        <p:nvSpPr>
          <p:cNvPr id="13" name="Text Placeholder 6"/>
          <p:cNvSpPr>
            <a:spLocks noGrp="1"/>
          </p:cNvSpPr>
          <p:nvPr>
            <p:ph type="body" sz="quarter" idx="11" hasCustomPrompt="1"/>
          </p:nvPr>
        </p:nvSpPr>
        <p:spPr>
          <a:xfrm>
            <a:off x="605019" y="397559"/>
            <a:ext cx="7394446" cy="249052"/>
          </a:xfrm>
          <a:prstGeom prst="rect">
            <a:avLst/>
          </a:prstGeom>
        </p:spPr>
        <p:txBody>
          <a:bodyPr anchor="ctr">
            <a:noAutofit/>
          </a:bodyPr>
          <a:lstStyle>
            <a:lvl1pPr marL="0" indent="0" algn="l" defTabSz="914400" rtl="0" eaLnBrk="1" latinLnBrk="0" hangingPunct="1">
              <a:lnSpc>
                <a:spcPct val="90000"/>
              </a:lnSpc>
              <a:spcBef>
                <a:spcPts val="1000"/>
              </a:spcBef>
              <a:buFont typeface="Arial" panose="020B0604020202020204" pitchFamily="34" charset="0"/>
              <a:buNone/>
              <a:defRPr lang="en-US" sz="1400" kern="1200" dirty="0">
                <a:solidFill>
                  <a:srgbClr val="EC1F3A"/>
                </a:solidFill>
                <a:latin typeface="Lato" panose="020F0502020204030203" pitchFamily="34" charset="0"/>
                <a:ea typeface="Lato" panose="020F0502020204030203" pitchFamily="34" charset="0"/>
                <a:cs typeface="Lato" panose="020F0502020204030203" pitchFamily="34" charset="0"/>
              </a:defRPr>
            </a:lvl1pPr>
            <a:lvl2pPr>
              <a:defRPr>
                <a:solidFill>
                  <a:schemeClr val="bg1">
                    <a:lumMod val="50000"/>
                  </a:schemeClr>
                </a:solidFill>
              </a:defRPr>
            </a:lvl2pPr>
            <a:lvl3pPr>
              <a:defRPr>
                <a:solidFill>
                  <a:schemeClr val="bg1">
                    <a:lumMod val="50000"/>
                  </a:schemeClr>
                </a:solidFill>
              </a:defRPr>
            </a:lvl3pPr>
            <a:lvl4pPr>
              <a:defRPr>
                <a:solidFill>
                  <a:schemeClr val="bg1">
                    <a:lumMod val="50000"/>
                  </a:schemeClr>
                </a:solidFill>
              </a:defRPr>
            </a:lvl4pPr>
            <a:lvl5pPr marL="1371600" indent="0" algn="l">
              <a:buNone/>
              <a:defRPr>
                <a:solidFill>
                  <a:schemeClr val="bg1">
                    <a:lumMod val="50000"/>
                  </a:schemeClr>
                </a:solidFill>
              </a:defRPr>
            </a:lvl5pPr>
            <a:lvl6pPr marL="1714500" indent="0">
              <a:buNone/>
              <a:defRPr/>
            </a:lvl6pPr>
            <a:lvl7pPr marL="2057400" indent="0">
              <a:buNone/>
              <a:defRPr/>
            </a:lvl7pPr>
            <a:lvl8pPr marL="2400300" indent="0">
              <a:buNone/>
              <a:defRPr/>
            </a:lvl8pPr>
            <a:lvl9pPr marL="2743200" indent="0">
              <a:buNone/>
              <a:defRPr/>
            </a:lvl9pPr>
          </a:lstStyle>
          <a:p>
            <a:pPr marL="0" lvl="0" indent="0" algn="l" defTabSz="685800" rtl="0" eaLnBrk="1" latinLnBrk="0" hangingPunct="1">
              <a:lnSpc>
                <a:spcPct val="70000"/>
              </a:lnSpc>
              <a:spcBef>
                <a:spcPts val="750"/>
              </a:spcBef>
              <a:buFont typeface="Arial" panose="020B0604020202020204" pitchFamily="34" charset="0"/>
              <a:buNone/>
            </a:pPr>
            <a:r>
              <a:rPr lang="en-US" dirty="0" smtClean="0"/>
              <a:t>Click to edit Master text styles level</a:t>
            </a:r>
            <a:endParaRPr lang="en-US" dirty="0"/>
          </a:p>
        </p:txBody>
      </p:sp>
    </p:spTree>
    <p:extLst>
      <p:ext uri="{BB962C8B-B14F-4D97-AF65-F5344CB8AC3E}">
        <p14:creationId xmlns:p14="http://schemas.microsoft.com/office/powerpoint/2010/main" val="3520618331"/>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18" Type="http://schemas.openxmlformats.org/officeDocument/2006/relationships/image" Target="../media/image3.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image" Target="../media/image4.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vmlDrawing" Target="../drawings/vmlDrawing1.v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15"/>
          <a:stretch>
            <a:fillRect/>
          </a:stretch>
        </p:blipFill>
        <p:spPr>
          <a:xfrm>
            <a:off x="859553" y="-1"/>
            <a:ext cx="2892435" cy="731839"/>
          </a:xfrm>
          <a:prstGeom prst="rect">
            <a:avLst/>
          </a:prstGeom>
        </p:spPr>
      </p:pic>
      <p:grpSp>
        <p:nvGrpSpPr>
          <p:cNvPr id="1092" name="Group 68"/>
          <p:cNvGrpSpPr>
            <a:grpSpLocks/>
          </p:cNvGrpSpPr>
          <p:nvPr/>
        </p:nvGrpSpPr>
        <p:grpSpPr bwMode="auto">
          <a:xfrm>
            <a:off x="0" y="685800"/>
            <a:ext cx="12192000" cy="609600"/>
            <a:chOff x="0" y="432"/>
            <a:chExt cx="5760" cy="384"/>
          </a:xfrm>
        </p:grpSpPr>
        <p:sp>
          <p:nvSpPr>
            <p:cNvPr id="1093" name="Rectangle 69"/>
            <p:cNvSpPr>
              <a:spLocks noChangeArrowheads="1"/>
            </p:cNvSpPr>
            <p:nvPr userDrawn="1"/>
          </p:nvSpPr>
          <p:spPr bwMode="gray">
            <a:xfrm>
              <a:off x="0" y="432"/>
              <a:ext cx="5760" cy="96"/>
            </a:xfrm>
            <a:prstGeom prst="rect">
              <a:avLst/>
            </a:prstGeom>
            <a:solidFill>
              <a:schemeClr val="tx1"/>
            </a:solidFill>
            <a:ln w="9525">
              <a:noFill/>
              <a:miter lim="800000"/>
              <a:headEnd/>
              <a:tailEnd/>
            </a:ln>
            <a:effectLst/>
          </p:spPr>
          <p:txBody>
            <a:bodyPr wrap="none" anchor="ctr"/>
            <a:lstStyle/>
            <a:p>
              <a:endParaRPr lang="id-ID"/>
            </a:p>
          </p:txBody>
        </p:sp>
        <p:sp>
          <p:nvSpPr>
            <p:cNvPr id="1094" name="Rectangle 70"/>
            <p:cNvSpPr>
              <a:spLocks noChangeArrowheads="1"/>
            </p:cNvSpPr>
            <p:nvPr userDrawn="1"/>
          </p:nvSpPr>
          <p:spPr bwMode="gray">
            <a:xfrm>
              <a:off x="362" y="432"/>
              <a:ext cx="5398" cy="384"/>
            </a:xfrm>
            <a:prstGeom prst="rect">
              <a:avLst/>
            </a:prstGeom>
            <a:solidFill>
              <a:schemeClr val="tx1"/>
            </a:solidFill>
            <a:ln w="9525">
              <a:noFill/>
              <a:miter lim="800000"/>
              <a:headEnd/>
              <a:tailEnd/>
            </a:ln>
            <a:effectLst/>
          </p:spPr>
          <p:txBody>
            <a:bodyPr wrap="none" anchor="ctr"/>
            <a:lstStyle/>
            <a:p>
              <a:endParaRPr lang="id-ID"/>
            </a:p>
          </p:txBody>
        </p:sp>
      </p:grpSp>
      <p:graphicFrame>
        <p:nvGraphicFramePr>
          <p:cNvPr id="1095" name="Object 71"/>
          <p:cNvGraphicFramePr>
            <a:graphicFrameLocks noChangeAspect="1"/>
          </p:cNvGraphicFramePr>
          <p:nvPr>
            <p:extLst>
              <p:ext uri="{D42A27DB-BD31-4B8C-83A1-F6EECF244321}">
                <p14:modId xmlns:p14="http://schemas.microsoft.com/office/powerpoint/2010/main" val="2717547933"/>
              </p:ext>
            </p:extLst>
          </p:nvPr>
        </p:nvGraphicFramePr>
        <p:xfrm>
          <a:off x="3791744" y="0"/>
          <a:ext cx="2743200" cy="685800"/>
        </p:xfrm>
        <a:graphic>
          <a:graphicData uri="http://schemas.openxmlformats.org/presentationml/2006/ole">
            <mc:AlternateContent xmlns:mc="http://schemas.openxmlformats.org/markup-compatibility/2006">
              <mc:Choice xmlns:v="urn:schemas-microsoft-com:vml" Requires="v">
                <p:oleObj spid="_x0000_s1431" name="Image" r:id="rId16" imgW="4330159" imgH="6146032" progId="">
                  <p:embed/>
                </p:oleObj>
              </mc:Choice>
              <mc:Fallback>
                <p:oleObj name="Image" r:id="rId16" imgW="4330159" imgH="6146032" progId="">
                  <p:embed/>
                  <p:pic>
                    <p:nvPicPr>
                      <p:cNvPr id="0" name="Picture 71"/>
                      <p:cNvPicPr>
                        <a:picLocks noChangeAspect="1" noChangeArrowheads="1"/>
                      </p:cNvPicPr>
                      <p:nvPr/>
                    </p:nvPicPr>
                    <p:blipFill>
                      <a:blip r:embed="rId17">
                        <a:extLst>
                          <a:ext uri="{28A0092B-C50C-407E-A947-70E740481C1C}">
                            <a14:useLocalDpi xmlns:a14="http://schemas.microsoft.com/office/drawing/2010/main" val="0"/>
                          </a:ext>
                        </a:extLst>
                      </a:blip>
                      <a:srcRect t="29179" b="45369"/>
                      <a:stretch>
                        <a:fillRect/>
                      </a:stretch>
                    </p:blipFill>
                    <p:spPr bwMode="auto">
                      <a:xfrm>
                        <a:off x="3791744" y="0"/>
                        <a:ext cx="2743200" cy="685800"/>
                      </a:xfrm>
                      <a:prstGeom prst="rect">
                        <a:avLst/>
                      </a:prstGeom>
                      <a:noFill/>
                      <a:ln>
                        <a:noFill/>
                      </a:ln>
                      <a:effectLst/>
                      <a:extLst>
                        <a:ext uri="{909E8E84-426E-40DD-AFC4-6F175D3DCCD1}">
                          <a14:hiddenFill xmlns:a14="http://schemas.microsoft.com/office/drawing/2010/main">
                            <a:solidFill>
                              <a:srgbClr val="77B7E7"/>
                            </a:solidFill>
                          </a14:hiddenFill>
                        </a:ext>
                        <a:ext uri="{91240B29-F687-4F45-9708-019B960494DF}">
                          <a14:hiddenLine xmlns:a14="http://schemas.microsoft.com/office/drawing/2010/main" w="9525">
                            <a:solidFill>
                              <a:srgbClr val="17347D"/>
                            </a:solidFill>
                            <a:miter lim="800000"/>
                            <a:headEnd/>
                            <a:tailEnd/>
                          </a14:hiddenLine>
                        </a:ext>
                        <a:ext uri="{AF507438-7753-43E0-B8FC-AC1667EBCBE1}">
                          <a14:hiddenEffects xmlns:a14="http://schemas.microsoft.com/office/drawing/2010/main">
                            <a:effectLst>
                              <a:outerShdw dist="35921" dir="2700000" algn="ctr" rotWithShape="0">
                                <a:srgbClr val="DDDDDD"/>
                              </a:outerShdw>
                            </a:effectLst>
                          </a14:hiddenEffects>
                        </a:ext>
                      </a:extLst>
                    </p:spPr>
                  </p:pic>
                </p:oleObj>
              </mc:Fallback>
            </mc:AlternateContent>
          </a:graphicData>
        </a:graphic>
      </p:graphicFrame>
      <p:pic>
        <p:nvPicPr>
          <p:cNvPr id="1096" name="Picture 72"/>
          <p:cNvPicPr>
            <a:picLocks noChangeAspect="1" noChangeArrowheads="1"/>
          </p:cNvPicPr>
          <p:nvPr/>
        </p:nvPicPr>
        <p:blipFill>
          <a:blip r:embed="rId18"/>
          <a:srcRect/>
          <a:stretch>
            <a:fillRect/>
          </a:stretch>
        </p:blipFill>
        <p:spPr bwMode="auto">
          <a:xfrm>
            <a:off x="6572251" y="-9525"/>
            <a:ext cx="2781300" cy="708025"/>
          </a:xfrm>
          <a:prstGeom prst="rect">
            <a:avLst/>
          </a:prstGeom>
          <a:noFill/>
        </p:spPr>
      </p:pic>
      <p:sp>
        <p:nvSpPr>
          <p:cNvPr id="1027" name="Rectangle 3"/>
          <p:cNvSpPr>
            <a:spLocks noGrp="1" noChangeArrowheads="1"/>
          </p:cNvSpPr>
          <p:nvPr>
            <p:ph type="body" idx="1"/>
          </p:nvPr>
        </p:nvSpPr>
        <p:spPr bwMode="auto">
          <a:xfrm>
            <a:off x="609600" y="1371600"/>
            <a:ext cx="10972800" cy="4953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AU" dirty="0" smtClean="0"/>
          </a:p>
        </p:txBody>
      </p:sp>
      <p:sp>
        <p:nvSpPr>
          <p:cNvPr id="1026" name="Rectangle 2"/>
          <p:cNvSpPr>
            <a:spLocks noGrp="1" noChangeArrowheads="1"/>
          </p:cNvSpPr>
          <p:nvPr>
            <p:ph type="title"/>
          </p:nvPr>
        </p:nvSpPr>
        <p:spPr bwMode="white">
          <a:xfrm>
            <a:off x="914400" y="731838"/>
            <a:ext cx="10871200" cy="56356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dirty="0" smtClean="0"/>
              <a:t>Click to edit Master title style</a:t>
            </a:r>
            <a:endParaRPr lang="en-AU" dirty="0" smtClean="0"/>
          </a:p>
        </p:txBody>
      </p:sp>
      <p:pic>
        <p:nvPicPr>
          <p:cNvPr id="14" name="Picture 13"/>
          <p:cNvPicPr>
            <a:picLocks noChangeAspect="1"/>
          </p:cNvPicPr>
          <p:nvPr userDrawn="1"/>
        </p:nvPicPr>
        <p:blipFill>
          <a:blip r:embed="rId19" cstate="print">
            <a:extLst>
              <a:ext uri="{28A0092B-C50C-407E-A947-70E740481C1C}">
                <a14:useLocalDpi xmlns:a14="http://schemas.microsoft.com/office/drawing/2010/main" val="0"/>
              </a:ext>
            </a:extLst>
          </a:blip>
          <a:stretch>
            <a:fillRect/>
          </a:stretch>
        </p:blipFill>
        <p:spPr>
          <a:xfrm>
            <a:off x="119336" y="42266"/>
            <a:ext cx="648072" cy="601267"/>
          </a:xfrm>
          <a:prstGeom prst="rect">
            <a:avLst/>
          </a:prstGeom>
        </p:spPr>
      </p:pic>
      <p:sp>
        <p:nvSpPr>
          <p:cNvPr id="15" name="Rectangle 2"/>
          <p:cNvSpPr txBox="1">
            <a:spLocks noChangeArrowheads="1"/>
          </p:cNvSpPr>
          <p:nvPr userDrawn="1"/>
        </p:nvSpPr>
        <p:spPr bwMode="white">
          <a:xfrm>
            <a:off x="9353551" y="42266"/>
            <a:ext cx="2838449" cy="56356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3200" b="1">
                <a:solidFill>
                  <a:schemeClr val="bg1"/>
                </a:solidFill>
                <a:latin typeface="+mj-lt"/>
                <a:ea typeface="+mj-ea"/>
                <a:cs typeface="+mj-cs"/>
              </a:defRPr>
            </a:lvl1pPr>
            <a:lvl2pPr algn="l" rtl="0" eaLnBrk="1" fontAlgn="base" hangingPunct="1">
              <a:spcBef>
                <a:spcPct val="0"/>
              </a:spcBef>
              <a:spcAft>
                <a:spcPct val="0"/>
              </a:spcAft>
              <a:defRPr sz="3200" b="1">
                <a:solidFill>
                  <a:schemeClr val="bg1"/>
                </a:solidFill>
                <a:latin typeface="Verdana" pitchFamily="34" charset="0"/>
              </a:defRPr>
            </a:lvl2pPr>
            <a:lvl3pPr algn="l" rtl="0" eaLnBrk="1" fontAlgn="base" hangingPunct="1">
              <a:spcBef>
                <a:spcPct val="0"/>
              </a:spcBef>
              <a:spcAft>
                <a:spcPct val="0"/>
              </a:spcAft>
              <a:defRPr sz="3200" b="1">
                <a:solidFill>
                  <a:schemeClr val="bg1"/>
                </a:solidFill>
                <a:latin typeface="Verdana" pitchFamily="34" charset="0"/>
              </a:defRPr>
            </a:lvl3pPr>
            <a:lvl4pPr algn="l" rtl="0" eaLnBrk="1" fontAlgn="base" hangingPunct="1">
              <a:spcBef>
                <a:spcPct val="0"/>
              </a:spcBef>
              <a:spcAft>
                <a:spcPct val="0"/>
              </a:spcAft>
              <a:defRPr sz="3200" b="1">
                <a:solidFill>
                  <a:schemeClr val="bg1"/>
                </a:solidFill>
                <a:latin typeface="Verdana" pitchFamily="34" charset="0"/>
              </a:defRPr>
            </a:lvl4pPr>
            <a:lvl5pPr algn="l" rtl="0" eaLnBrk="1" fontAlgn="base" hangingPunct="1">
              <a:spcBef>
                <a:spcPct val="0"/>
              </a:spcBef>
              <a:spcAft>
                <a:spcPct val="0"/>
              </a:spcAft>
              <a:defRPr sz="3200" b="1">
                <a:solidFill>
                  <a:schemeClr val="bg1"/>
                </a:solidFill>
                <a:latin typeface="Verdana" pitchFamily="34" charset="0"/>
              </a:defRPr>
            </a:lvl5pPr>
            <a:lvl6pPr marL="457200" algn="l" rtl="0" eaLnBrk="1" fontAlgn="base" hangingPunct="1">
              <a:spcBef>
                <a:spcPct val="0"/>
              </a:spcBef>
              <a:spcAft>
                <a:spcPct val="0"/>
              </a:spcAft>
              <a:defRPr sz="3200" b="1">
                <a:solidFill>
                  <a:schemeClr val="bg1"/>
                </a:solidFill>
                <a:latin typeface="Verdana" pitchFamily="34" charset="0"/>
              </a:defRPr>
            </a:lvl6pPr>
            <a:lvl7pPr marL="914400" algn="l" rtl="0" eaLnBrk="1" fontAlgn="base" hangingPunct="1">
              <a:spcBef>
                <a:spcPct val="0"/>
              </a:spcBef>
              <a:spcAft>
                <a:spcPct val="0"/>
              </a:spcAft>
              <a:defRPr sz="3200" b="1">
                <a:solidFill>
                  <a:schemeClr val="bg1"/>
                </a:solidFill>
                <a:latin typeface="Verdana" pitchFamily="34" charset="0"/>
              </a:defRPr>
            </a:lvl7pPr>
            <a:lvl8pPr marL="1371600" algn="l" rtl="0" eaLnBrk="1" fontAlgn="base" hangingPunct="1">
              <a:spcBef>
                <a:spcPct val="0"/>
              </a:spcBef>
              <a:spcAft>
                <a:spcPct val="0"/>
              </a:spcAft>
              <a:defRPr sz="3200" b="1">
                <a:solidFill>
                  <a:schemeClr val="bg1"/>
                </a:solidFill>
                <a:latin typeface="Verdana" pitchFamily="34" charset="0"/>
              </a:defRPr>
            </a:lvl8pPr>
            <a:lvl9pPr marL="1828800" algn="l" rtl="0" eaLnBrk="1" fontAlgn="base" hangingPunct="1">
              <a:spcBef>
                <a:spcPct val="0"/>
              </a:spcBef>
              <a:spcAft>
                <a:spcPct val="0"/>
              </a:spcAft>
              <a:defRPr sz="3200" b="1">
                <a:solidFill>
                  <a:schemeClr val="bg1"/>
                </a:solidFill>
                <a:latin typeface="Verdana" pitchFamily="34" charset="0"/>
              </a:defRPr>
            </a:lvl9pPr>
          </a:lstStyle>
          <a:p>
            <a:pPr algn="ctr"/>
            <a:r>
              <a:rPr lang="id-ID" sz="1500" kern="0" dirty="0" smtClean="0">
                <a:solidFill>
                  <a:schemeClr val="tx1"/>
                </a:solidFill>
                <a:effectLst/>
              </a:rPr>
              <a:t>FAKULTAS </a:t>
            </a:r>
          </a:p>
          <a:p>
            <a:pPr algn="ctr"/>
            <a:r>
              <a:rPr lang="id-ID" sz="1500" kern="0" dirty="0" smtClean="0">
                <a:solidFill>
                  <a:schemeClr val="tx1"/>
                </a:solidFill>
                <a:effectLst/>
              </a:rPr>
              <a:t>TEKNOLOGI</a:t>
            </a:r>
            <a:r>
              <a:rPr lang="id-ID" sz="1500" kern="0" baseline="0" dirty="0" smtClean="0">
                <a:solidFill>
                  <a:schemeClr val="tx1"/>
                </a:solidFill>
                <a:effectLst/>
              </a:rPr>
              <a:t> INFORMASI</a:t>
            </a:r>
            <a:endParaRPr lang="en-AU" sz="1500" kern="0" dirty="0" smtClean="0">
              <a:solidFill>
                <a:schemeClr val="tx1"/>
              </a:solidFill>
              <a:effectLst/>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iming>
    <p:tnLst>
      <p:par>
        <p:cTn id="1" dur="indefinite" restart="never" nodeType="tmRoot"/>
      </p:par>
    </p:tnLst>
  </p:timing>
  <p:hf sldNum="0" hdr="0"/>
  <p:txStyles>
    <p:titleStyle>
      <a:lvl1pPr algn="l" rtl="0" eaLnBrk="1" fontAlgn="base" hangingPunct="1">
        <a:spcBef>
          <a:spcPct val="0"/>
        </a:spcBef>
        <a:spcAft>
          <a:spcPct val="0"/>
        </a:spcAft>
        <a:defRPr sz="3200" b="1">
          <a:solidFill>
            <a:schemeClr val="bg1"/>
          </a:solidFill>
          <a:latin typeface="+mj-lt"/>
          <a:ea typeface="+mj-ea"/>
          <a:cs typeface="+mj-cs"/>
        </a:defRPr>
      </a:lvl1pPr>
      <a:lvl2pPr algn="l" rtl="0" eaLnBrk="1" fontAlgn="base" hangingPunct="1">
        <a:spcBef>
          <a:spcPct val="0"/>
        </a:spcBef>
        <a:spcAft>
          <a:spcPct val="0"/>
        </a:spcAft>
        <a:defRPr sz="3200" b="1">
          <a:solidFill>
            <a:schemeClr val="bg1"/>
          </a:solidFill>
          <a:latin typeface="Verdana" pitchFamily="34" charset="0"/>
        </a:defRPr>
      </a:lvl2pPr>
      <a:lvl3pPr algn="l" rtl="0" eaLnBrk="1" fontAlgn="base" hangingPunct="1">
        <a:spcBef>
          <a:spcPct val="0"/>
        </a:spcBef>
        <a:spcAft>
          <a:spcPct val="0"/>
        </a:spcAft>
        <a:defRPr sz="3200" b="1">
          <a:solidFill>
            <a:schemeClr val="bg1"/>
          </a:solidFill>
          <a:latin typeface="Verdana" pitchFamily="34" charset="0"/>
        </a:defRPr>
      </a:lvl3pPr>
      <a:lvl4pPr algn="l" rtl="0" eaLnBrk="1" fontAlgn="base" hangingPunct="1">
        <a:spcBef>
          <a:spcPct val="0"/>
        </a:spcBef>
        <a:spcAft>
          <a:spcPct val="0"/>
        </a:spcAft>
        <a:defRPr sz="3200" b="1">
          <a:solidFill>
            <a:schemeClr val="bg1"/>
          </a:solidFill>
          <a:latin typeface="Verdana" pitchFamily="34" charset="0"/>
        </a:defRPr>
      </a:lvl4pPr>
      <a:lvl5pPr algn="l" rtl="0" eaLnBrk="1" fontAlgn="base" hangingPunct="1">
        <a:spcBef>
          <a:spcPct val="0"/>
        </a:spcBef>
        <a:spcAft>
          <a:spcPct val="0"/>
        </a:spcAft>
        <a:defRPr sz="3200" b="1">
          <a:solidFill>
            <a:schemeClr val="bg1"/>
          </a:solidFill>
          <a:latin typeface="Verdana" pitchFamily="34" charset="0"/>
        </a:defRPr>
      </a:lvl5pPr>
      <a:lvl6pPr marL="457200" algn="l" rtl="0" eaLnBrk="1" fontAlgn="base" hangingPunct="1">
        <a:spcBef>
          <a:spcPct val="0"/>
        </a:spcBef>
        <a:spcAft>
          <a:spcPct val="0"/>
        </a:spcAft>
        <a:defRPr sz="3200" b="1">
          <a:solidFill>
            <a:schemeClr val="bg1"/>
          </a:solidFill>
          <a:latin typeface="Verdana" pitchFamily="34" charset="0"/>
        </a:defRPr>
      </a:lvl6pPr>
      <a:lvl7pPr marL="914400" algn="l" rtl="0" eaLnBrk="1" fontAlgn="base" hangingPunct="1">
        <a:spcBef>
          <a:spcPct val="0"/>
        </a:spcBef>
        <a:spcAft>
          <a:spcPct val="0"/>
        </a:spcAft>
        <a:defRPr sz="3200" b="1">
          <a:solidFill>
            <a:schemeClr val="bg1"/>
          </a:solidFill>
          <a:latin typeface="Verdana" pitchFamily="34" charset="0"/>
        </a:defRPr>
      </a:lvl7pPr>
      <a:lvl8pPr marL="1371600" algn="l" rtl="0" eaLnBrk="1" fontAlgn="base" hangingPunct="1">
        <a:spcBef>
          <a:spcPct val="0"/>
        </a:spcBef>
        <a:spcAft>
          <a:spcPct val="0"/>
        </a:spcAft>
        <a:defRPr sz="3200" b="1">
          <a:solidFill>
            <a:schemeClr val="bg1"/>
          </a:solidFill>
          <a:latin typeface="Verdana" pitchFamily="34" charset="0"/>
        </a:defRPr>
      </a:lvl8pPr>
      <a:lvl9pPr marL="1828800" algn="l" rtl="0" eaLnBrk="1" fontAlgn="base" hangingPunct="1">
        <a:spcBef>
          <a:spcPct val="0"/>
        </a:spcBef>
        <a:spcAft>
          <a:spcPct val="0"/>
        </a:spcAft>
        <a:defRPr sz="3200" b="1">
          <a:solidFill>
            <a:schemeClr val="bg1"/>
          </a:solidFill>
          <a:latin typeface="Verdana" pitchFamily="34" charset="0"/>
        </a:defRPr>
      </a:lvl9pPr>
    </p:titleStyle>
    <p:bodyStyle>
      <a:lvl1pPr marL="342900" indent="-342900" algn="l" rtl="0" eaLnBrk="1" fontAlgn="base" hangingPunct="1">
        <a:spcBef>
          <a:spcPct val="20000"/>
        </a:spcBef>
        <a:spcAft>
          <a:spcPct val="0"/>
        </a:spcAft>
        <a:buClr>
          <a:srgbClr val="002060"/>
        </a:buClr>
        <a:buFont typeface="Wingdings" pitchFamily="2" charset="2"/>
        <a:buChar char="q"/>
        <a:defRPr sz="2800" b="1">
          <a:solidFill>
            <a:srgbClr val="002060"/>
          </a:solidFill>
          <a:latin typeface="+mn-lt"/>
          <a:ea typeface="+mn-ea"/>
          <a:cs typeface="+mn-cs"/>
        </a:defRPr>
      </a:lvl1pPr>
      <a:lvl2pPr marL="742950" indent="-285750" algn="l" rtl="0" eaLnBrk="1" fontAlgn="base" hangingPunct="1">
        <a:spcBef>
          <a:spcPct val="20000"/>
        </a:spcBef>
        <a:spcAft>
          <a:spcPct val="0"/>
        </a:spcAft>
        <a:buClr>
          <a:srgbClr val="002060"/>
        </a:buClr>
        <a:buFont typeface="Wingdings" pitchFamily="2" charset="2"/>
        <a:buChar char="q"/>
        <a:defRPr sz="2400">
          <a:solidFill>
            <a:schemeClr val="tx1"/>
          </a:solidFill>
          <a:latin typeface="Arial" charset="0"/>
        </a:defRPr>
      </a:lvl2pPr>
      <a:lvl3pPr marL="1143000" indent="-228600" algn="l" rtl="0" eaLnBrk="1" fontAlgn="base" hangingPunct="1">
        <a:spcBef>
          <a:spcPct val="20000"/>
        </a:spcBef>
        <a:spcAft>
          <a:spcPct val="0"/>
        </a:spcAft>
        <a:buClr>
          <a:srgbClr val="002060"/>
        </a:buClr>
        <a:buFont typeface="Wingdings" pitchFamily="2" charset="2"/>
        <a:buChar char="q"/>
        <a:defRPr sz="2200">
          <a:solidFill>
            <a:schemeClr val="tx1"/>
          </a:solidFill>
          <a:latin typeface="Arial" charset="0"/>
        </a:defRPr>
      </a:lvl3pPr>
      <a:lvl4pPr marL="1600200" indent="-228600" algn="l" rtl="0" eaLnBrk="1" fontAlgn="base" hangingPunct="1">
        <a:spcBef>
          <a:spcPct val="20000"/>
        </a:spcBef>
        <a:spcAft>
          <a:spcPct val="0"/>
        </a:spcAft>
        <a:buClr>
          <a:srgbClr val="002060"/>
        </a:buClr>
        <a:buFont typeface="Wingdings" pitchFamily="2" charset="2"/>
        <a:buChar char="q"/>
        <a:defRPr sz="2000">
          <a:solidFill>
            <a:schemeClr val="tx1"/>
          </a:solidFill>
          <a:latin typeface="Arial" charset="0"/>
        </a:defRPr>
      </a:lvl4pPr>
      <a:lvl5pPr marL="2057400" indent="-228600" algn="l" rtl="0" eaLnBrk="1" fontAlgn="base" hangingPunct="1">
        <a:spcBef>
          <a:spcPct val="20000"/>
        </a:spcBef>
        <a:spcAft>
          <a:spcPct val="0"/>
        </a:spcAft>
        <a:buClr>
          <a:srgbClr val="002060"/>
        </a:buClr>
        <a:buFont typeface="Wingdings" pitchFamily="2" charset="2"/>
        <a:buChar char="q"/>
        <a:defRPr sz="2000">
          <a:solidFill>
            <a:schemeClr val="tx1"/>
          </a:solidFill>
          <a:latin typeface="Arial" charset="0"/>
        </a:defRPr>
      </a:lvl5pPr>
      <a:lvl6pPr marL="2514600" indent="-228600" algn="l" rtl="0" eaLnBrk="1" fontAlgn="base" hangingPunct="1">
        <a:spcBef>
          <a:spcPct val="20000"/>
        </a:spcBef>
        <a:spcAft>
          <a:spcPct val="0"/>
        </a:spcAft>
        <a:buChar char="»"/>
        <a:defRPr sz="2000">
          <a:solidFill>
            <a:schemeClr val="tx1"/>
          </a:solidFill>
          <a:latin typeface="Arial" charset="0"/>
        </a:defRPr>
      </a:lvl6pPr>
      <a:lvl7pPr marL="2971800" indent="-228600" algn="l" rtl="0" eaLnBrk="1" fontAlgn="base" hangingPunct="1">
        <a:spcBef>
          <a:spcPct val="20000"/>
        </a:spcBef>
        <a:spcAft>
          <a:spcPct val="0"/>
        </a:spcAft>
        <a:buChar char="»"/>
        <a:defRPr sz="2000">
          <a:solidFill>
            <a:schemeClr val="tx1"/>
          </a:solidFill>
          <a:latin typeface="Arial" charset="0"/>
        </a:defRPr>
      </a:lvl7pPr>
      <a:lvl8pPr marL="3429000" indent="-228600" algn="l" rtl="0" eaLnBrk="1" fontAlgn="base" hangingPunct="1">
        <a:spcBef>
          <a:spcPct val="20000"/>
        </a:spcBef>
        <a:spcAft>
          <a:spcPct val="0"/>
        </a:spcAft>
        <a:buChar char="»"/>
        <a:defRPr sz="2000">
          <a:solidFill>
            <a:schemeClr val="tx1"/>
          </a:solidFill>
          <a:latin typeface="Arial" charset="0"/>
        </a:defRPr>
      </a:lvl8pPr>
      <a:lvl9pPr marL="3886200" indent="-228600" algn="l" rtl="0" eaLnBrk="1" fontAlgn="base" hangingPunct="1">
        <a:spcBef>
          <a:spcPct val="20000"/>
        </a:spcBef>
        <a:spcAft>
          <a:spcPct val="0"/>
        </a:spcAft>
        <a:buChar char="»"/>
        <a:defRPr sz="2000">
          <a:solidFill>
            <a:schemeClr val="tx1"/>
          </a:solidFill>
          <a:latin typeface="Arial" charset="0"/>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fontAlgn="auto">
              <a:spcBef>
                <a:spcPts val="0"/>
              </a:spcBef>
              <a:spcAft>
                <a:spcPts val="0"/>
              </a:spcAft>
              <a:defRPr/>
            </a:pPr>
            <a:fld id="{FE22493C-64D7-45E0-9B64-F5BE04208726}" type="datetimeFigureOut">
              <a:rPr lang="en-US" smtClean="0">
                <a:solidFill>
                  <a:prstClr val="black">
                    <a:tint val="75000"/>
                  </a:prstClr>
                </a:solidFill>
                <a:latin typeface="Calibri" panose="020F0502020204030204"/>
              </a:rPr>
              <a:pPr fontAlgn="auto">
                <a:spcBef>
                  <a:spcPts val="0"/>
                </a:spcBef>
                <a:spcAft>
                  <a:spcPts val="0"/>
                </a:spcAft>
                <a:defRPr/>
              </a:pPr>
              <a:t>3/14/2021</a:t>
            </a:fld>
            <a:endParaRPr lang="en-US" dirty="0">
              <a:solidFill>
                <a:prstClr val="black">
                  <a:tint val="75000"/>
                </a:prstClr>
              </a:solidFill>
              <a:latin typeface="Calibri" panose="020F0502020204030204"/>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fontAlgn="auto">
              <a:spcBef>
                <a:spcPts val="0"/>
              </a:spcBef>
              <a:spcAft>
                <a:spcPts val="0"/>
              </a:spcAft>
              <a:defRPr/>
            </a:pPr>
            <a:endParaRPr lang="en-US" dirty="0">
              <a:solidFill>
                <a:prstClr val="black">
                  <a:tint val="75000"/>
                </a:prstClr>
              </a:solidFill>
              <a:latin typeface="Calibri" panose="020F0502020204030204"/>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fontAlgn="auto">
              <a:spcBef>
                <a:spcPts val="0"/>
              </a:spcBef>
              <a:spcAft>
                <a:spcPts val="0"/>
              </a:spcAft>
              <a:defRPr/>
            </a:pPr>
            <a:fld id="{E67FF784-6C2A-48BE-B2B9-2310CD1853F0}" type="slidenum">
              <a:rPr lang="en-US" smtClean="0">
                <a:solidFill>
                  <a:prstClr val="black">
                    <a:tint val="75000"/>
                  </a:prstClr>
                </a:solidFill>
                <a:latin typeface="Calibri" panose="020F0502020204030204"/>
              </a:rPr>
              <a:pPr fontAlgn="auto">
                <a:spcBef>
                  <a:spcPts val="0"/>
                </a:spcBef>
                <a:spcAft>
                  <a:spcPts val="0"/>
                </a:spcAft>
                <a:defRPr/>
              </a:pPr>
              <a:t>‹#›</a:t>
            </a:fld>
            <a:endParaRPr lang="en-US" dirty="0">
              <a:solidFill>
                <a:prstClr val="black">
                  <a:tint val="75000"/>
                </a:prstClr>
              </a:solidFill>
              <a:latin typeface="Calibri" panose="020F0502020204030204"/>
            </a:endParaRPr>
          </a:p>
        </p:txBody>
      </p:sp>
    </p:spTree>
    <p:extLst>
      <p:ext uri="{BB962C8B-B14F-4D97-AF65-F5344CB8AC3E}">
        <p14:creationId xmlns:p14="http://schemas.microsoft.com/office/powerpoint/2010/main" val="416783379"/>
      </p:ext>
    </p:extLst>
  </p:cSld>
  <p:clrMap bg1="lt1" tx1="dk1" bg2="lt2" tx2="dk2" accent1="accent1" accent2="accent2" accent3="accent3" accent4="accent4" accent5="accent5" accent6="accent6" hlink="hlink" folHlink="folHlink"/>
  <p:sldLayoutIdLst>
    <p:sldLayoutId id="2147483728" r:id="rId1"/>
    <p:sldLayoutId id="2147483729" r:id="rId2"/>
    <p:sldLayoutId id="2147483730" r:id="rId3"/>
    <p:sldLayoutId id="2147483731" r:id="rId4"/>
    <p:sldLayoutId id="2147483732" r:id="rId5"/>
    <p:sldLayoutId id="2147483733" r:id="rId6"/>
    <p:sldLayoutId id="2147483734" r:id="rId7"/>
    <p:sldLayoutId id="2147483735" r:id="rId8"/>
    <p:sldLayoutId id="2147483736" r:id="rId9"/>
    <p:sldLayoutId id="2147483737" r:id="rId10"/>
    <p:sldLayoutId id="2147483738" r:id="rId11"/>
    <p:sldLayoutId id="2147483739" r:id="rId12"/>
    <p:sldLayoutId id="2147483740"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slide" Target="slide5.xml"/><Relationship Id="rId1" Type="http://schemas.openxmlformats.org/officeDocument/2006/relationships/slideLayout" Target="../slideLayouts/slideLayout2.xml"/><Relationship Id="rId6" Type="http://schemas.openxmlformats.org/officeDocument/2006/relationships/slide" Target="slide18.xml"/><Relationship Id="rId5" Type="http://schemas.openxmlformats.org/officeDocument/2006/relationships/slide" Target="slide14.xml"/><Relationship Id="rId4" Type="http://schemas.openxmlformats.org/officeDocument/2006/relationships/slide" Target="slide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penelitianilmiah.com/studi-kasus/"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8.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9.emf"/></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dx.doi.org/10.31154/cogito.v6i2.234.141-154" TargetMode="External"/><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id-ID" dirty="0" smtClean="0"/>
              <a:t>FAKULTAS TEKNOLOGI INFORMASI</a:t>
            </a:r>
            <a:endParaRPr lang="id-ID" dirty="0"/>
          </a:p>
        </p:txBody>
      </p:sp>
      <p:sp>
        <p:nvSpPr>
          <p:cNvPr id="5" name="Subtitle 4"/>
          <p:cNvSpPr>
            <a:spLocks noGrp="1"/>
          </p:cNvSpPr>
          <p:nvPr>
            <p:ph type="subTitle" idx="1"/>
          </p:nvPr>
        </p:nvSpPr>
        <p:spPr>
          <a:xfrm>
            <a:off x="983432" y="4653136"/>
            <a:ext cx="10363200" cy="1512168"/>
          </a:xfrm>
        </p:spPr>
        <p:txBody>
          <a:bodyPr/>
          <a:lstStyle/>
          <a:p>
            <a:r>
              <a:rPr lang="en-US" sz="4400" b="1" dirty="0" smtClean="0">
                <a:latin typeface="+mj-lt"/>
              </a:rPr>
              <a:t>M</a:t>
            </a:r>
            <a:r>
              <a:rPr lang="id-ID" sz="4400" b="1" dirty="0" smtClean="0">
                <a:latin typeface="+mj-lt"/>
              </a:rPr>
              <a:t>ETODOLOGI PENELITIAN</a:t>
            </a:r>
          </a:p>
          <a:p>
            <a:r>
              <a:rPr lang="id-ID" sz="3600" b="1" dirty="0" smtClean="0">
                <a:latin typeface="+mj-lt"/>
              </a:rPr>
              <a:t>[ </a:t>
            </a:r>
            <a:r>
              <a:rPr lang="en-US" sz="3600" b="1" dirty="0" smtClean="0">
                <a:latin typeface="+mj-lt"/>
              </a:rPr>
              <a:t>U</a:t>
            </a:r>
            <a:r>
              <a:rPr lang="id-ID" sz="3600" b="1" dirty="0" smtClean="0">
                <a:latin typeface="+mj-lt"/>
              </a:rPr>
              <a:t>M013/ </a:t>
            </a:r>
            <a:r>
              <a:rPr lang="id-ID" sz="3600" b="1" dirty="0">
                <a:latin typeface="+mj-lt"/>
              </a:rPr>
              <a:t>2</a:t>
            </a:r>
            <a:r>
              <a:rPr lang="id-ID" sz="3600" b="1" dirty="0" smtClean="0">
                <a:latin typeface="+mj-lt"/>
              </a:rPr>
              <a:t> SKS ]</a:t>
            </a:r>
            <a:endParaRPr lang="id-ID" sz="3600" b="1" dirty="0">
              <a:latin typeface="+mj-lt"/>
            </a:endParaRPr>
          </a:p>
        </p:txBody>
      </p:sp>
    </p:spTree>
    <p:extLst>
      <p:ext uri="{BB962C8B-B14F-4D97-AF65-F5344CB8AC3E}">
        <p14:creationId xmlns:p14="http://schemas.microsoft.com/office/powerpoint/2010/main" val="51705871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
          </p:nvPr>
        </p:nvSpPr>
        <p:spPr/>
        <p:txBody>
          <a:bodyPr/>
          <a:lstStyle/>
          <a:p>
            <a:r>
              <a:rPr lang="id-ID" sz="2800" dirty="0" smtClean="0"/>
              <a:t>Pertemuan </a:t>
            </a:r>
            <a:r>
              <a:rPr lang="en-US" sz="2800" dirty="0"/>
              <a:t>3</a:t>
            </a:r>
            <a:endParaRPr lang="id-ID" sz="2800" dirty="0"/>
          </a:p>
        </p:txBody>
      </p:sp>
      <p:sp>
        <p:nvSpPr>
          <p:cNvPr id="6" name="Subtitle 4"/>
          <p:cNvSpPr>
            <a:spLocks noGrp="1"/>
          </p:cNvSpPr>
          <p:nvPr>
            <p:ph type="title"/>
          </p:nvPr>
        </p:nvSpPr>
        <p:spPr/>
        <p:txBody>
          <a:bodyPr/>
          <a:lstStyle/>
          <a:p>
            <a:r>
              <a:rPr lang="id-ID" b="1" dirty="0" smtClean="0">
                <a:solidFill>
                  <a:schemeClr val="tx1"/>
                </a:solidFill>
                <a:latin typeface="+mj-lt"/>
              </a:rPr>
              <a:t>KERANGKA BERPIKIR</a:t>
            </a:r>
            <a:endParaRPr lang="id-ID" b="1" dirty="0">
              <a:solidFill>
                <a:schemeClr val="tx1"/>
              </a:solidFill>
              <a:latin typeface="+mj-lt"/>
            </a:endParaRPr>
          </a:p>
        </p:txBody>
      </p:sp>
    </p:spTree>
    <p:extLst>
      <p:ext uri="{BB962C8B-B14F-4D97-AF65-F5344CB8AC3E}">
        <p14:creationId xmlns:p14="http://schemas.microsoft.com/office/powerpoint/2010/main" val="129770651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id-ID" dirty="0" smtClean="0"/>
              <a:t>Tujuan Pembelajaran</a:t>
            </a:r>
            <a:endParaRPr lang="id-ID" dirty="0"/>
          </a:p>
        </p:txBody>
      </p:sp>
      <p:sp>
        <p:nvSpPr>
          <p:cNvPr id="7" name="Content Placeholder 6"/>
          <p:cNvSpPr>
            <a:spLocks noGrp="1"/>
          </p:cNvSpPr>
          <p:nvPr>
            <p:ph idx="1"/>
          </p:nvPr>
        </p:nvSpPr>
        <p:spPr/>
        <p:txBody>
          <a:bodyPr/>
          <a:lstStyle/>
          <a:p>
            <a:pPr lvl="0"/>
            <a:r>
              <a:rPr lang="id-ID" dirty="0"/>
              <a:t>Mahasiswa mampu </a:t>
            </a:r>
            <a:r>
              <a:rPr lang="id-ID" dirty="0">
                <a:solidFill>
                  <a:srgbClr val="FF0000"/>
                </a:solidFill>
              </a:rPr>
              <a:t>menjelaskan secara terperinci</a:t>
            </a:r>
            <a:r>
              <a:rPr lang="id-ID" dirty="0"/>
              <a:t> mengenai </a:t>
            </a:r>
            <a:r>
              <a:rPr lang="id-ID" dirty="0">
                <a:solidFill>
                  <a:srgbClr val="FF0000"/>
                </a:solidFill>
              </a:rPr>
              <a:t>konsep dan langkah-langkah</a:t>
            </a:r>
            <a:r>
              <a:rPr lang="id-ID" dirty="0"/>
              <a:t> penyusunan kerangka berpikir.</a:t>
            </a:r>
          </a:p>
          <a:p>
            <a:r>
              <a:rPr lang="id-ID" dirty="0"/>
              <a:t>Mahasiswa mampu </a:t>
            </a:r>
            <a:r>
              <a:rPr lang="id-ID" dirty="0">
                <a:solidFill>
                  <a:srgbClr val="FF0000"/>
                </a:solidFill>
              </a:rPr>
              <a:t>membuat contoh</a:t>
            </a:r>
            <a:r>
              <a:rPr lang="id-ID" dirty="0"/>
              <a:t> kerangka berpikir yang baik.</a:t>
            </a:r>
          </a:p>
        </p:txBody>
      </p:sp>
    </p:spTree>
    <p:extLst>
      <p:ext uri="{BB962C8B-B14F-4D97-AF65-F5344CB8AC3E}">
        <p14:creationId xmlns:p14="http://schemas.microsoft.com/office/powerpoint/2010/main" val="61080060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smtClean="0"/>
              <a:t>Pokok Pembahasan</a:t>
            </a:r>
            <a:endParaRPr lang="id-ID" dirty="0"/>
          </a:p>
        </p:txBody>
      </p:sp>
      <p:sp>
        <p:nvSpPr>
          <p:cNvPr id="3" name="Content Placeholder 2"/>
          <p:cNvSpPr>
            <a:spLocks noGrp="1"/>
          </p:cNvSpPr>
          <p:nvPr>
            <p:ph idx="1"/>
          </p:nvPr>
        </p:nvSpPr>
        <p:spPr/>
        <p:txBody>
          <a:bodyPr/>
          <a:lstStyle/>
          <a:p>
            <a:pPr lvl="0"/>
            <a:r>
              <a:rPr lang="id-ID" b="0" dirty="0" smtClean="0">
                <a:hlinkClick r:id="rId2" action="ppaction://hlinksldjump"/>
              </a:rPr>
              <a:t>Konsep Dasar Keranga </a:t>
            </a:r>
            <a:r>
              <a:rPr lang="id-ID" b="0" dirty="0">
                <a:hlinkClick r:id="rId2" action="ppaction://hlinksldjump"/>
              </a:rPr>
              <a:t>Berpikir</a:t>
            </a:r>
            <a:endParaRPr lang="id-ID" b="0" dirty="0"/>
          </a:p>
          <a:p>
            <a:pPr lvl="0"/>
            <a:r>
              <a:rPr lang="id-ID" b="0" dirty="0">
                <a:hlinkClick r:id="rId3" action="ppaction://hlinksldjump"/>
              </a:rPr>
              <a:t>Langkah-Langkah Menyususan Kerangka Berpikir</a:t>
            </a:r>
            <a:endParaRPr lang="id-ID" b="0" dirty="0"/>
          </a:p>
          <a:p>
            <a:pPr lvl="0"/>
            <a:r>
              <a:rPr lang="id-ID" b="0" dirty="0">
                <a:hlinkClick r:id="rId4" action="ppaction://hlinksldjump"/>
              </a:rPr>
              <a:t>Model Kerangka Berpikir</a:t>
            </a:r>
            <a:endParaRPr lang="id-ID" b="0" dirty="0"/>
          </a:p>
          <a:p>
            <a:r>
              <a:rPr lang="id-ID" b="0" dirty="0">
                <a:hlinkClick r:id="rId5" action="ppaction://hlinksldjump"/>
              </a:rPr>
              <a:t>Contoh Kerangka </a:t>
            </a:r>
            <a:r>
              <a:rPr lang="id-ID" b="0" dirty="0" smtClean="0">
                <a:hlinkClick r:id="rId5" action="ppaction://hlinksldjump"/>
              </a:rPr>
              <a:t>Berpikir</a:t>
            </a:r>
            <a:endParaRPr lang="id-ID" b="0" dirty="0" smtClean="0"/>
          </a:p>
          <a:p>
            <a:r>
              <a:rPr lang="id-ID" b="0" dirty="0" smtClean="0">
                <a:hlinkClick r:id="rId6" action="ppaction://hlinksldjump"/>
              </a:rPr>
              <a:t>Kesimpulan</a:t>
            </a:r>
            <a:endParaRPr lang="id-ID" b="0" dirty="0"/>
          </a:p>
        </p:txBody>
      </p:sp>
    </p:spTree>
    <p:extLst>
      <p:ext uri="{BB962C8B-B14F-4D97-AF65-F5344CB8AC3E}">
        <p14:creationId xmlns:p14="http://schemas.microsoft.com/office/powerpoint/2010/main" val="303635642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smtClean="0"/>
              <a:t>Konsep Dasar Keranga Berpikir (1)</a:t>
            </a:r>
            <a:endParaRPr lang="id-ID" dirty="0"/>
          </a:p>
        </p:txBody>
      </p:sp>
      <p:sp>
        <p:nvSpPr>
          <p:cNvPr id="3" name="Content Placeholder 2"/>
          <p:cNvSpPr>
            <a:spLocks noGrp="1"/>
          </p:cNvSpPr>
          <p:nvPr>
            <p:ph idx="1"/>
          </p:nvPr>
        </p:nvSpPr>
        <p:spPr/>
        <p:txBody>
          <a:bodyPr/>
          <a:lstStyle/>
          <a:p>
            <a:r>
              <a:rPr lang="id-ID" b="0" dirty="0"/>
              <a:t>Kerangka berpikir adalah uraian mengenai </a:t>
            </a:r>
            <a:r>
              <a:rPr lang="id-ID" b="0" dirty="0">
                <a:solidFill>
                  <a:srgbClr val="FF0000"/>
                </a:solidFill>
              </a:rPr>
              <a:t>kerangka konsep pemecahan masalah </a:t>
            </a:r>
            <a:r>
              <a:rPr lang="id-ID" b="0" dirty="0"/>
              <a:t>yang telah diidentifikasi atau </a:t>
            </a:r>
            <a:r>
              <a:rPr lang="id-ID" b="0" dirty="0" smtClean="0"/>
              <a:t>dirumuskan pada tahap perumusan masalah. </a:t>
            </a:r>
          </a:p>
          <a:p>
            <a:r>
              <a:rPr lang="id-ID" b="0" dirty="0" smtClean="0"/>
              <a:t>Perngertian </a:t>
            </a:r>
            <a:r>
              <a:rPr lang="id-ID" b="0" dirty="0"/>
              <a:t>lainya, kerangka berpikir merupakan </a:t>
            </a:r>
            <a:r>
              <a:rPr lang="id-ID" b="0" dirty="0">
                <a:solidFill>
                  <a:srgbClr val="FF0000"/>
                </a:solidFill>
              </a:rPr>
              <a:t>inti sari dari teori yang telah dikembangkan yang digunakan sebagai dasar perumusan </a:t>
            </a:r>
            <a:r>
              <a:rPr lang="id-ID" b="0" dirty="0" smtClean="0">
                <a:solidFill>
                  <a:srgbClr val="FF0000"/>
                </a:solidFill>
              </a:rPr>
              <a:t>hipotesis</a:t>
            </a:r>
            <a:r>
              <a:rPr lang="id-ID" b="0" dirty="0" smtClean="0"/>
              <a:t>.</a:t>
            </a:r>
          </a:p>
          <a:p>
            <a:r>
              <a:rPr lang="id-ID" b="0" dirty="0" smtClean="0"/>
              <a:t>Pada </a:t>
            </a:r>
            <a:r>
              <a:rPr lang="id-ID" b="0" dirty="0"/>
              <a:t>ilmu teknologi informasi, </a:t>
            </a:r>
            <a:r>
              <a:rPr lang="id-ID" b="0" dirty="0" smtClean="0"/>
              <a:t>kerangka </a:t>
            </a:r>
            <a:r>
              <a:rPr lang="id-ID" b="0" dirty="0"/>
              <a:t>berpikir adalah suatu </a:t>
            </a:r>
            <a:r>
              <a:rPr lang="id-ID" b="0" dirty="0">
                <a:solidFill>
                  <a:srgbClr val="FF0000"/>
                </a:solidFill>
              </a:rPr>
              <a:t>diagram yang menjelaskan secara garis besar alur logika berjalannya sebuah</a:t>
            </a:r>
            <a:r>
              <a:rPr lang="id-ID" b="0" dirty="0"/>
              <a:t> penelitian secara terstuktur</a:t>
            </a:r>
          </a:p>
        </p:txBody>
      </p:sp>
    </p:spTree>
    <p:extLst>
      <p:ext uri="{BB962C8B-B14F-4D97-AF65-F5344CB8AC3E}">
        <p14:creationId xmlns:p14="http://schemas.microsoft.com/office/powerpoint/2010/main" val="286272482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smtClean="0"/>
              <a:t>Konsep Dasar Kerangka Berpikir(2)</a:t>
            </a:r>
            <a:endParaRPr lang="id-ID" dirty="0"/>
          </a:p>
        </p:txBody>
      </p:sp>
      <p:sp>
        <p:nvSpPr>
          <p:cNvPr id="3" name="Content Placeholder 2"/>
          <p:cNvSpPr>
            <a:spLocks noGrp="1"/>
          </p:cNvSpPr>
          <p:nvPr>
            <p:ph idx="1"/>
          </p:nvPr>
        </p:nvSpPr>
        <p:spPr/>
        <p:txBody>
          <a:bodyPr/>
          <a:lstStyle/>
          <a:p>
            <a:pPr algn="just"/>
            <a:r>
              <a:rPr lang="id-ID" b="0" dirty="0"/>
              <a:t>Kerangka berpikir digunakan sebagai pedoman </a:t>
            </a:r>
            <a:r>
              <a:rPr lang="id-ID" b="0" dirty="0" smtClean="0"/>
              <a:t>dalam </a:t>
            </a:r>
            <a:r>
              <a:rPr lang="id-ID" b="0" dirty="0"/>
              <a:t>proses penelitian secara keseluruhan. Kerangka berpikir penelitian mencakup beberapa hal, yaitu:  </a:t>
            </a:r>
          </a:p>
          <a:p>
            <a:pPr lvl="1" algn="just"/>
            <a:r>
              <a:rPr lang="id-ID" sz="2200" dirty="0">
                <a:latin typeface="+mj-lt"/>
              </a:rPr>
              <a:t>Alur jalan pikiran secara logis dalam menjawab masalah yang didasarkan pada landasan teoretik dan atau hasil penelitian yang relevan.  </a:t>
            </a:r>
          </a:p>
          <a:p>
            <a:pPr lvl="1" algn="just"/>
            <a:r>
              <a:rPr lang="id-ID" sz="2200" dirty="0">
                <a:latin typeface="+mj-lt"/>
              </a:rPr>
              <a:t>Kerangka logika (logical construct) yang mampu menunjukan dan menjelaskan masalah yang telah dirumuskan dalam kerangka teori.  </a:t>
            </a:r>
          </a:p>
          <a:p>
            <a:pPr lvl="1" algn="just"/>
            <a:r>
              <a:rPr lang="id-ID" sz="2200" dirty="0">
                <a:latin typeface="+mj-lt"/>
              </a:rPr>
              <a:t>Model penelitian yang dapat disajikan secara skematis dalam bentuk gambar atau model matematis yang menyatakan hubungan antar </a:t>
            </a:r>
            <a:r>
              <a:rPr lang="id-ID" sz="2200" dirty="0" smtClean="0">
                <a:latin typeface="+mj-lt"/>
              </a:rPr>
              <a:t>variabel penelitian, </a:t>
            </a:r>
            <a:r>
              <a:rPr lang="id-ID" sz="2200" dirty="0">
                <a:latin typeface="+mj-lt"/>
              </a:rPr>
              <a:t>sehingga pada akhir kerangka berpikir ini terbentuklah hipotesis</a:t>
            </a:r>
            <a:r>
              <a:rPr lang="id-ID" sz="2200" dirty="0" smtClean="0">
                <a:latin typeface="+mj-lt"/>
              </a:rPr>
              <a:t>.</a:t>
            </a:r>
            <a:endParaRPr lang="id-ID" sz="2200" dirty="0">
              <a:latin typeface="+mj-lt"/>
            </a:endParaRPr>
          </a:p>
        </p:txBody>
      </p:sp>
    </p:spTree>
    <p:extLst>
      <p:ext uri="{BB962C8B-B14F-4D97-AF65-F5344CB8AC3E}">
        <p14:creationId xmlns:p14="http://schemas.microsoft.com/office/powerpoint/2010/main" val="36618120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smtClean="0"/>
              <a:t>Konsep Dasar Kerangka Berpikir (3)</a:t>
            </a:r>
            <a:endParaRPr lang="id-ID" dirty="0"/>
          </a:p>
        </p:txBody>
      </p:sp>
      <p:sp>
        <p:nvSpPr>
          <p:cNvPr id="3" name="Content Placeholder 2"/>
          <p:cNvSpPr>
            <a:spLocks noGrp="1"/>
          </p:cNvSpPr>
          <p:nvPr>
            <p:ph idx="1"/>
          </p:nvPr>
        </p:nvSpPr>
        <p:spPr/>
        <p:txBody>
          <a:bodyPr/>
          <a:lstStyle/>
          <a:p>
            <a:pPr algn="just"/>
            <a:r>
              <a:rPr lang="id-ID" b="1" dirty="0">
                <a:solidFill>
                  <a:srgbClr val="FF0000"/>
                </a:solidFill>
              </a:rPr>
              <a:t>Ciri-Ciri Kerangka Berpikir Penelitian</a:t>
            </a:r>
          </a:p>
          <a:p>
            <a:pPr marL="457200" lvl="1" indent="0" algn="just">
              <a:buNone/>
            </a:pPr>
            <a:r>
              <a:rPr lang="en-ID" smtClean="0"/>
              <a:t>K</a:t>
            </a:r>
            <a:r>
              <a:rPr lang="id-ID" smtClean="0"/>
              <a:t>erangka </a:t>
            </a:r>
            <a:r>
              <a:rPr lang="id-ID" dirty="0"/>
              <a:t>berpikir harus </a:t>
            </a:r>
            <a:r>
              <a:rPr lang="id-ID" dirty="0" smtClean="0"/>
              <a:t>memuat </a:t>
            </a:r>
            <a:r>
              <a:rPr lang="id-ID" dirty="0"/>
              <a:t>penjelasan untuk menjawab beberapa pertanyaan di bawah ini:</a:t>
            </a:r>
          </a:p>
          <a:p>
            <a:pPr lvl="1" algn="just"/>
            <a:r>
              <a:rPr lang="id-ID" dirty="0">
                <a:solidFill>
                  <a:srgbClr val="FF0000"/>
                </a:solidFill>
              </a:rPr>
              <a:t>Mengapa penelitian </a:t>
            </a:r>
            <a:r>
              <a:rPr lang="id-ID" dirty="0" smtClean="0">
                <a:solidFill>
                  <a:srgbClr val="FF0000"/>
                </a:solidFill>
              </a:rPr>
              <a:t>dilakukan? </a:t>
            </a:r>
            <a:r>
              <a:rPr lang="id-ID" dirty="0" smtClean="0">
                <a:solidFill>
                  <a:srgbClr val="FF0000"/>
                </a:solidFill>
                <a:sym typeface="Wingdings" panose="05000000000000000000" pitchFamily="2" charset="2"/>
              </a:rPr>
              <a:t> </a:t>
            </a:r>
            <a:r>
              <a:rPr lang="id-ID" dirty="0" smtClean="0"/>
              <a:t>Untuk </a:t>
            </a:r>
            <a:r>
              <a:rPr lang="id-ID" dirty="0"/>
              <a:t>menjawab pertanyaan “mengapa penelitian dilakukan” harus disampaikan dengan kuat, jika perlu sampaikan dengan fakta data. Seberapa besar dampak bagi masyarakat luas hasil dari penelitian yang dilakukan, sampaikan dengan baik.</a:t>
            </a:r>
          </a:p>
          <a:p>
            <a:pPr lvl="1" algn="just"/>
            <a:r>
              <a:rPr lang="id-ID" dirty="0">
                <a:solidFill>
                  <a:srgbClr val="FF0000"/>
                </a:solidFill>
              </a:rPr>
              <a:t>Bagaimana proses penelitian </a:t>
            </a:r>
            <a:r>
              <a:rPr lang="id-ID" dirty="0" smtClean="0">
                <a:solidFill>
                  <a:srgbClr val="FF0000"/>
                </a:solidFill>
              </a:rPr>
              <a:t>dilakukan? </a:t>
            </a:r>
            <a:r>
              <a:rPr lang="id-ID" dirty="0" smtClean="0"/>
              <a:t>Proses </a:t>
            </a:r>
            <a:r>
              <a:rPr lang="id-ID" dirty="0"/>
              <a:t>penelitian dapat dilakukan dengan beragam cara atau metode sesuai dengan kebutuhan diperlukan. Dalama penelitian dapat dilakukan dengan metode sampling, studi pustaka, </a:t>
            </a:r>
            <a:r>
              <a:rPr lang="id-ID" u="sng" dirty="0">
                <a:hlinkClick r:id="rId2"/>
              </a:rPr>
              <a:t>studi kasus</a:t>
            </a:r>
            <a:r>
              <a:rPr lang="id-ID" dirty="0"/>
              <a:t> dan lain sebagainya. Proses penelitian biasanya diuraikan secara terperinci pada metodologi penelitian yang </a:t>
            </a:r>
            <a:r>
              <a:rPr lang="id-ID"/>
              <a:t>digunakan</a:t>
            </a:r>
            <a:r>
              <a:rPr lang="id-ID" smtClean="0"/>
              <a:t>.</a:t>
            </a:r>
            <a:endParaRPr lang="id-ID" dirty="0"/>
          </a:p>
        </p:txBody>
      </p:sp>
    </p:spTree>
    <p:extLst>
      <p:ext uri="{BB962C8B-B14F-4D97-AF65-F5344CB8AC3E}">
        <p14:creationId xmlns:p14="http://schemas.microsoft.com/office/powerpoint/2010/main" val="46109349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smtClean="0"/>
              <a:t>Konsep Dasar Kerangka Berpikir (4)</a:t>
            </a:r>
            <a:endParaRPr lang="id-ID" dirty="0"/>
          </a:p>
        </p:txBody>
      </p:sp>
      <p:sp>
        <p:nvSpPr>
          <p:cNvPr id="3" name="Content Placeholder 2"/>
          <p:cNvSpPr>
            <a:spLocks noGrp="1"/>
          </p:cNvSpPr>
          <p:nvPr>
            <p:ph idx="1"/>
          </p:nvPr>
        </p:nvSpPr>
        <p:spPr/>
        <p:txBody>
          <a:bodyPr/>
          <a:lstStyle/>
          <a:p>
            <a:pPr algn="just"/>
            <a:r>
              <a:rPr lang="id-ID" b="1" dirty="0"/>
              <a:t>C</a:t>
            </a:r>
            <a:r>
              <a:rPr lang="id-ID" b="1" dirty="0">
                <a:solidFill>
                  <a:srgbClr val="FF0000"/>
                </a:solidFill>
              </a:rPr>
              <a:t>iri-Ciri Kerangka Berpikir Penelitian</a:t>
            </a:r>
          </a:p>
          <a:p>
            <a:pPr lvl="1" algn="just"/>
            <a:r>
              <a:rPr lang="id-ID" dirty="0" smtClean="0">
                <a:solidFill>
                  <a:srgbClr val="FF0000"/>
                </a:solidFill>
              </a:rPr>
              <a:t>Apa </a:t>
            </a:r>
            <a:r>
              <a:rPr lang="id-ID" dirty="0">
                <a:solidFill>
                  <a:srgbClr val="FF0000"/>
                </a:solidFill>
              </a:rPr>
              <a:t>yang akan didapatkan dari penelitian </a:t>
            </a:r>
            <a:r>
              <a:rPr lang="id-ID" dirty="0" smtClean="0">
                <a:solidFill>
                  <a:srgbClr val="FF0000"/>
                </a:solidFill>
              </a:rPr>
              <a:t>tersebut?</a:t>
            </a:r>
            <a:r>
              <a:rPr lang="id-ID" dirty="0" smtClean="0">
                <a:sym typeface="Wingdings" panose="05000000000000000000" pitchFamily="2" charset="2"/>
              </a:rPr>
              <a:t> </a:t>
            </a:r>
            <a:r>
              <a:rPr lang="id-ID" dirty="0" smtClean="0"/>
              <a:t>Untuk </a:t>
            </a:r>
            <a:r>
              <a:rPr lang="id-ID" dirty="0"/>
              <a:t>mengetahui apa yang akan didapatkan dari suatu penelitian, </a:t>
            </a:r>
            <a:r>
              <a:rPr lang="id-ID" dirty="0" smtClean="0"/>
              <a:t>tergantung </a:t>
            </a:r>
            <a:r>
              <a:rPr lang="id-ID" dirty="0"/>
              <a:t>pada pemikiran yang sudah tercantum </a:t>
            </a:r>
            <a:r>
              <a:rPr lang="id-ID" dirty="0" smtClean="0"/>
              <a:t>sebelumnya. </a:t>
            </a:r>
            <a:r>
              <a:rPr lang="id-ID" dirty="0"/>
              <a:t>Dugaan sementara apa yang akan didapatkan dari suatu penelitian disajikan dalam bentuk hipotesis atau pertanyaan </a:t>
            </a:r>
            <a:r>
              <a:rPr lang="id-ID" dirty="0" smtClean="0"/>
              <a:t>penelitian. </a:t>
            </a:r>
            <a:r>
              <a:rPr lang="id-ID" dirty="0"/>
              <a:t>Hasil penelitian sangat tergantung dari proses yang dilakukan. </a:t>
            </a:r>
          </a:p>
          <a:p>
            <a:pPr lvl="1" algn="just"/>
            <a:r>
              <a:rPr lang="id-ID" dirty="0">
                <a:solidFill>
                  <a:srgbClr val="FF0000"/>
                </a:solidFill>
              </a:rPr>
              <a:t>Untuk apa hasil penelitian </a:t>
            </a:r>
            <a:r>
              <a:rPr lang="id-ID" dirty="0" smtClean="0">
                <a:solidFill>
                  <a:srgbClr val="FF0000"/>
                </a:solidFill>
              </a:rPr>
              <a:t>diperoleh?</a:t>
            </a:r>
            <a:r>
              <a:rPr lang="id-ID" dirty="0" smtClean="0">
                <a:solidFill>
                  <a:srgbClr val="FF0000"/>
                </a:solidFill>
                <a:sym typeface="Wingdings" panose="05000000000000000000" pitchFamily="2" charset="2"/>
              </a:rPr>
              <a:t> </a:t>
            </a:r>
            <a:r>
              <a:rPr lang="id-ID" dirty="0" smtClean="0"/>
              <a:t>Untuk </a:t>
            </a:r>
            <a:r>
              <a:rPr lang="id-ID" dirty="0"/>
              <a:t>menjawab pertanyaan tersebut Kita dapat kembali ke point pertama yaitu “mengapa penelitian itu dilakukan”? adalah untuk mencari kebenaran, jawaban atau solusi sesuatu masalah yang kontroversi di kalangan masyarakat atau untuk membantah opini </a:t>
            </a:r>
            <a:r>
              <a:rPr lang="id-ID" dirty="0" smtClean="0"/>
              <a:t>yang </a:t>
            </a:r>
            <a:r>
              <a:rPr lang="id-ID" dirty="0"/>
              <a:t>tersebar sejak turun-temurun. Penelitian yang baik adalah penelitian yang mempunyai hasil yang memberikan manfaat bagi </a:t>
            </a:r>
            <a:r>
              <a:rPr lang="id-ID" b="1" dirty="0" smtClean="0"/>
              <a:t>masyarakat secara luas.</a:t>
            </a:r>
            <a:endParaRPr lang="id-ID" b="1" dirty="0"/>
          </a:p>
        </p:txBody>
      </p:sp>
    </p:spTree>
    <p:extLst>
      <p:ext uri="{BB962C8B-B14F-4D97-AF65-F5344CB8AC3E}">
        <p14:creationId xmlns:p14="http://schemas.microsoft.com/office/powerpoint/2010/main" val="280905764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smtClean="0"/>
              <a:t>Konsep Dasar Kerangka Berpikir (5)</a:t>
            </a:r>
            <a:endParaRPr lang="id-ID" dirty="0"/>
          </a:p>
        </p:txBody>
      </p:sp>
      <p:sp>
        <p:nvSpPr>
          <p:cNvPr id="3" name="Content Placeholder 2"/>
          <p:cNvSpPr>
            <a:spLocks noGrp="1"/>
          </p:cNvSpPr>
          <p:nvPr>
            <p:ph idx="1"/>
          </p:nvPr>
        </p:nvSpPr>
        <p:spPr>
          <a:xfrm>
            <a:off x="609600" y="1340768"/>
            <a:ext cx="10972800" cy="4953000"/>
          </a:xfrm>
        </p:spPr>
        <p:txBody>
          <a:bodyPr/>
          <a:lstStyle/>
          <a:p>
            <a:pPr algn="just"/>
            <a:r>
              <a:rPr lang="id-ID" b="1" dirty="0" smtClean="0">
                <a:solidFill>
                  <a:srgbClr val="FF0000"/>
                </a:solidFill>
              </a:rPr>
              <a:t>Jenis </a:t>
            </a:r>
            <a:r>
              <a:rPr lang="id-ID" b="1" dirty="0">
                <a:solidFill>
                  <a:srgbClr val="FF0000"/>
                </a:solidFill>
              </a:rPr>
              <a:t>Kerangka Berpikir </a:t>
            </a:r>
            <a:r>
              <a:rPr lang="id-ID" b="1" dirty="0" smtClean="0">
                <a:solidFill>
                  <a:srgbClr val="FF0000"/>
                </a:solidFill>
              </a:rPr>
              <a:t>Penelitian:</a:t>
            </a:r>
            <a:endParaRPr lang="id-ID" b="1" dirty="0">
              <a:solidFill>
                <a:srgbClr val="FF0000"/>
              </a:solidFill>
            </a:endParaRPr>
          </a:p>
          <a:p>
            <a:pPr lvl="1" algn="just"/>
            <a:r>
              <a:rPr lang="id-ID" b="1" dirty="0" smtClean="0">
                <a:solidFill>
                  <a:srgbClr val="FF0000"/>
                </a:solidFill>
              </a:rPr>
              <a:t>Kerangka teoritis: </a:t>
            </a:r>
            <a:r>
              <a:rPr lang="id-ID" dirty="0" smtClean="0"/>
              <a:t>Kerangka </a:t>
            </a:r>
            <a:r>
              <a:rPr lang="id-ID" dirty="0"/>
              <a:t>teoritis adalah uraian yang berfokus pada teori utamanya apa yang dijadikan landasan (</a:t>
            </a:r>
            <a:r>
              <a:rPr lang="id-ID" i="1" dirty="0"/>
              <a:t>grand theory</a:t>
            </a:r>
            <a:r>
              <a:rPr lang="id-ID" i="1" dirty="0" smtClean="0"/>
              <a:t>),</a:t>
            </a:r>
            <a:r>
              <a:rPr lang="id-ID" dirty="0" smtClean="0"/>
              <a:t> </a:t>
            </a:r>
            <a:r>
              <a:rPr lang="id-ID" dirty="0"/>
              <a:t>yang </a:t>
            </a:r>
            <a:r>
              <a:rPr lang="id-ID" dirty="0" smtClean="0"/>
              <a:t>digunakan </a:t>
            </a:r>
            <a:r>
              <a:rPr lang="id-ID" dirty="0"/>
              <a:t>untuk menjelaskan fenomena yang diteliti. </a:t>
            </a:r>
          </a:p>
          <a:p>
            <a:pPr lvl="1" algn="just"/>
            <a:r>
              <a:rPr lang="id-ID" b="1" dirty="0">
                <a:solidFill>
                  <a:srgbClr val="FF0000"/>
                </a:solidFill>
              </a:rPr>
              <a:t>Kerangka </a:t>
            </a:r>
            <a:r>
              <a:rPr lang="id-ID" b="1" dirty="0" smtClean="0">
                <a:solidFill>
                  <a:srgbClr val="FF0000"/>
                </a:solidFill>
              </a:rPr>
              <a:t>konseptual: </a:t>
            </a:r>
            <a:r>
              <a:rPr lang="id-ID" dirty="0" smtClean="0"/>
              <a:t>Kerangka </a:t>
            </a:r>
            <a:r>
              <a:rPr lang="id-ID" dirty="0"/>
              <a:t>konseptual merupakan uraian yang menjelaskan konsep-konsep apa saja yang terkandung di dalam asumsi teoretis yang akan digunakan untuk </a:t>
            </a:r>
            <a:r>
              <a:rPr lang="id-ID" dirty="0" smtClean="0"/>
              <a:t>menjelasakan </a:t>
            </a:r>
            <a:r>
              <a:rPr lang="id-ID" dirty="0"/>
              <a:t>unsur-unsur yang terkandung di dalam fenomena yang akan diteliti dan bagaimana hubungan di antara konsep-konsep tersebut. </a:t>
            </a:r>
          </a:p>
          <a:p>
            <a:pPr lvl="1" algn="just"/>
            <a:r>
              <a:rPr lang="id-ID" b="1" dirty="0">
                <a:solidFill>
                  <a:srgbClr val="FF0000"/>
                </a:solidFill>
              </a:rPr>
              <a:t>Kerangka </a:t>
            </a:r>
            <a:r>
              <a:rPr lang="id-ID" b="1" dirty="0" smtClean="0">
                <a:solidFill>
                  <a:srgbClr val="FF0000"/>
                </a:solidFill>
              </a:rPr>
              <a:t>operasional: </a:t>
            </a:r>
            <a:r>
              <a:rPr lang="id-ID" dirty="0" smtClean="0"/>
              <a:t>Kerangka </a:t>
            </a:r>
            <a:r>
              <a:rPr lang="id-ID" dirty="0"/>
              <a:t>operasional merupakan penjelasan mengenai variabel-variabel apa saja yang diturunkan dari konsep-konsep yang telah terpilih dan bagaimana hubungan di antara variabel-variabel tersebut, serta hal-hal apa saja yang dapat dijadikan indikator untuk mengukur variabel-variabel yang bersangkutan. </a:t>
            </a:r>
          </a:p>
        </p:txBody>
      </p:sp>
    </p:spTree>
    <p:extLst>
      <p:ext uri="{BB962C8B-B14F-4D97-AF65-F5344CB8AC3E}">
        <p14:creationId xmlns:p14="http://schemas.microsoft.com/office/powerpoint/2010/main" val="176037619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a:t>Menyususan Kerangka </a:t>
            </a:r>
            <a:r>
              <a:rPr lang="id-ID" dirty="0" smtClean="0"/>
              <a:t>Berpikir (1)</a:t>
            </a:r>
            <a:endParaRPr lang="id-ID" dirty="0"/>
          </a:p>
        </p:txBody>
      </p:sp>
      <p:sp>
        <p:nvSpPr>
          <p:cNvPr id="3" name="Content Placeholder 2"/>
          <p:cNvSpPr>
            <a:spLocks noGrp="1"/>
          </p:cNvSpPr>
          <p:nvPr>
            <p:ph idx="1"/>
          </p:nvPr>
        </p:nvSpPr>
        <p:spPr/>
        <p:txBody>
          <a:bodyPr/>
          <a:lstStyle/>
          <a:p>
            <a:pPr algn="just"/>
            <a:r>
              <a:rPr lang="id-ID" b="0" dirty="0"/>
              <a:t>Berdasarkan pertimbangan-pertimbangan tersebut di atas, maka dalam menyusun kerangka berpikir Kita harus memulainya dengan:</a:t>
            </a:r>
          </a:p>
          <a:p>
            <a:pPr lvl="1" algn="just"/>
            <a:r>
              <a:rPr lang="id-ID" dirty="0"/>
              <a:t>Memastikan teori apa yang dijadikan landasan dan akan diuji atau digambarkan dalam penelitian yang Kita lakukan. </a:t>
            </a:r>
          </a:p>
          <a:p>
            <a:pPr lvl="1" algn="just"/>
            <a:r>
              <a:rPr lang="id-ID" dirty="0"/>
              <a:t>Kemudian, dilanjutkan dengan penegasan tentang asumsi teoretis apa yang akan diambil dari teori tersebut sehingga konsep-konsep dan variabel-variabel yang diteliti menjadi jelas. </a:t>
            </a:r>
          </a:p>
          <a:p>
            <a:pPr lvl="1" algn="just"/>
            <a:r>
              <a:rPr lang="id-ID" dirty="0"/>
              <a:t>Terakhir, Kita menjelaskan bagaimana cara mengoperasionalisasikan konsep atau variabel-variabel tersebut sehingga siap untuk diuji. </a:t>
            </a:r>
          </a:p>
          <a:p>
            <a:pPr algn="just"/>
            <a:endParaRPr lang="id-ID" dirty="0"/>
          </a:p>
        </p:txBody>
      </p:sp>
    </p:spTree>
    <p:extLst>
      <p:ext uri="{BB962C8B-B14F-4D97-AF65-F5344CB8AC3E}">
        <p14:creationId xmlns:p14="http://schemas.microsoft.com/office/powerpoint/2010/main" val="240594346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smtClean="0"/>
              <a:t>Menyusun Kerangka Berpikir (2)</a:t>
            </a:r>
            <a:endParaRPr lang="id-ID" dirty="0"/>
          </a:p>
        </p:txBody>
      </p:sp>
      <p:sp>
        <p:nvSpPr>
          <p:cNvPr id="3" name="Content Placeholder 2"/>
          <p:cNvSpPr>
            <a:spLocks noGrp="1"/>
          </p:cNvSpPr>
          <p:nvPr>
            <p:ph idx="1"/>
          </p:nvPr>
        </p:nvSpPr>
        <p:spPr/>
        <p:txBody>
          <a:bodyPr/>
          <a:lstStyle/>
          <a:p>
            <a:pPr algn="just"/>
            <a:r>
              <a:rPr lang="en-ID" sz="2400" smtClean="0"/>
              <a:t>Langkah-langkah M</a:t>
            </a:r>
            <a:r>
              <a:rPr lang="id-ID" sz="2400" smtClean="0"/>
              <a:t>enyusun </a:t>
            </a:r>
            <a:r>
              <a:rPr lang="id-ID" sz="2400"/>
              <a:t>kerangka </a:t>
            </a:r>
            <a:r>
              <a:rPr lang="en-ID" sz="2400" smtClean="0"/>
              <a:t>berpikir</a:t>
            </a:r>
            <a:r>
              <a:rPr lang="id-ID" sz="2400" smtClean="0"/>
              <a:t>: </a:t>
            </a:r>
            <a:endParaRPr lang="id-ID" sz="2400" dirty="0"/>
          </a:p>
          <a:p>
            <a:pPr marL="914400" lvl="1" indent="-457200" algn="just">
              <a:buFont typeface="+mj-lt"/>
              <a:buAutoNum type="arabicPeriod"/>
            </a:pPr>
            <a:r>
              <a:rPr lang="id-ID" dirty="0">
                <a:solidFill>
                  <a:srgbClr val="FF0000"/>
                </a:solidFill>
              </a:rPr>
              <a:t>Menentukan  paradigma atau kerangka teoretis </a:t>
            </a:r>
            <a:r>
              <a:rPr lang="id-ID" dirty="0"/>
              <a:t>yang akan digunakan, kerangka konseptual dan kerangka operasional variabel yang akan diteliti. </a:t>
            </a:r>
          </a:p>
          <a:p>
            <a:pPr marL="914400" lvl="1" indent="-457200" algn="just">
              <a:buFont typeface="+mj-lt"/>
              <a:buAutoNum type="arabicPeriod"/>
            </a:pPr>
            <a:r>
              <a:rPr lang="id-ID" dirty="0">
                <a:solidFill>
                  <a:srgbClr val="FF0000"/>
                </a:solidFill>
              </a:rPr>
              <a:t>Memberikan penjelasan secara deduktif </a:t>
            </a:r>
            <a:r>
              <a:rPr lang="id-ID" dirty="0"/>
              <a:t>mengenai hubungan antar variabel penelitian. Tahapan berpikir deduktif meliputi tiga hal yaitu:  </a:t>
            </a:r>
          </a:p>
          <a:p>
            <a:pPr marL="1371600" lvl="2" indent="-457200" algn="just">
              <a:buFont typeface="+mj-lt"/>
              <a:buAutoNum type="alphaLcPeriod"/>
            </a:pPr>
            <a:r>
              <a:rPr lang="id-ID" dirty="0"/>
              <a:t>Tahap penelaahan konsep (conceptioning), yaitu tahapan menyusun konsepsi-konsepsi (mencari konsep-konsep </a:t>
            </a:r>
            <a:r>
              <a:rPr lang="id-ID" dirty="0" smtClean="0"/>
              <a:t>dari </a:t>
            </a:r>
            <a:r>
              <a:rPr lang="id-ID" dirty="0"/>
              <a:t>proposisi yang telah ada, yang telah dinyatakan benar).</a:t>
            </a:r>
          </a:p>
          <a:p>
            <a:pPr marL="1371600" lvl="2" indent="-457200" algn="just">
              <a:buFont typeface="+mj-lt"/>
              <a:buAutoNum type="alphaLcPeriod"/>
            </a:pPr>
            <a:r>
              <a:rPr lang="id-ID" dirty="0"/>
              <a:t>Tahap pertimbangan atau putusan (judgement), yaitu tahapan penyusunan ketentuan-ketentuan (mendukung atau menentukan masalah akibat pada konsep atau variabel dependen).</a:t>
            </a:r>
          </a:p>
          <a:p>
            <a:pPr marL="1371600" lvl="2" indent="-457200" algn="just">
              <a:buFont typeface="+mj-lt"/>
              <a:buAutoNum type="alphaLcPeriod"/>
            </a:pPr>
            <a:r>
              <a:rPr lang="id-ID" dirty="0"/>
              <a:t>Tahapan penyimpulan (reasoning), yaitu pemikiran yang menyatakan hal-hal yang berlaku pada teori, berlaku pula bagi hal-hal yang khusus</a:t>
            </a:r>
            <a:r>
              <a:rPr lang="id-ID" dirty="0" smtClean="0"/>
              <a:t>.</a:t>
            </a:r>
            <a:endParaRPr lang="id-ID" dirty="0"/>
          </a:p>
        </p:txBody>
      </p:sp>
    </p:spTree>
    <p:extLst>
      <p:ext uri="{BB962C8B-B14F-4D97-AF65-F5344CB8AC3E}">
        <p14:creationId xmlns:p14="http://schemas.microsoft.com/office/powerpoint/2010/main" val="361066911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smtClean="0"/>
              <a:t>Menyusun Kerangka Berpikir (3)</a:t>
            </a:r>
            <a:endParaRPr lang="id-ID" dirty="0"/>
          </a:p>
        </p:txBody>
      </p:sp>
      <p:sp>
        <p:nvSpPr>
          <p:cNvPr id="3" name="Content Placeholder 2"/>
          <p:cNvSpPr>
            <a:spLocks noGrp="1"/>
          </p:cNvSpPr>
          <p:nvPr>
            <p:ph idx="1"/>
          </p:nvPr>
        </p:nvSpPr>
        <p:spPr/>
        <p:txBody>
          <a:bodyPr/>
          <a:lstStyle/>
          <a:p>
            <a:pPr marL="914400" lvl="1" indent="-457200" algn="just">
              <a:buFont typeface="+mj-lt"/>
              <a:buAutoNum type="arabicPeriod" startAt="3"/>
            </a:pPr>
            <a:r>
              <a:rPr lang="id-ID" dirty="0" smtClean="0">
                <a:solidFill>
                  <a:srgbClr val="FF0000"/>
                </a:solidFill>
              </a:rPr>
              <a:t>Memberikan </a:t>
            </a:r>
            <a:r>
              <a:rPr lang="id-ID" dirty="0">
                <a:solidFill>
                  <a:srgbClr val="FF0000"/>
                </a:solidFill>
              </a:rPr>
              <a:t>argumen teoritis mengenai hubungan antar variabel yang diteliti</a:t>
            </a:r>
            <a:r>
              <a:rPr lang="id-ID" dirty="0"/>
              <a:t>. Argumen teoritis dalam kerangka berpikir merupakan sebuah upaya untuk memperoleh jawaban atas rumusan masalah. Dalam prakteknya, membuat argumen teoritis memerlukan kajian teoretis atau hasil-hasil penelitian yang </a:t>
            </a:r>
            <a:r>
              <a:rPr lang="id-ID" dirty="0" smtClean="0"/>
              <a:t>relavan. </a:t>
            </a:r>
            <a:r>
              <a:rPr lang="id-ID" dirty="0"/>
              <a:t>Hal lain yang perlu diperhatikan adalah, </a:t>
            </a:r>
            <a:r>
              <a:rPr lang="id-ID" dirty="0" smtClean="0"/>
              <a:t>argumen </a:t>
            </a:r>
            <a:r>
              <a:rPr lang="id-ID" dirty="0"/>
              <a:t>teoritis sebagai upaya untuk memperoleh jawaban atas rumusan </a:t>
            </a:r>
            <a:r>
              <a:rPr lang="id-ID" dirty="0" smtClean="0"/>
              <a:t>masalah. Hasil </a:t>
            </a:r>
            <a:r>
              <a:rPr lang="id-ID" dirty="0"/>
              <a:t>dari argumen teoritis ini adalah sebuah jawaban sementara atas rumusan masalah penelitian. Sehingga pada akhirnya produk dari kerangka berpikir adalah sebuah jawaban sementara atas rumusan masalah (hipotesis). </a:t>
            </a:r>
          </a:p>
          <a:p>
            <a:pPr marL="914400" lvl="1" indent="-457200" algn="just">
              <a:buFont typeface="+mj-lt"/>
              <a:buAutoNum type="arabicPeriod" startAt="3"/>
            </a:pPr>
            <a:r>
              <a:rPr lang="id-ID" dirty="0">
                <a:solidFill>
                  <a:srgbClr val="FF0000"/>
                </a:solidFill>
              </a:rPr>
              <a:t>Merumuskan model penelitian</a:t>
            </a:r>
            <a:r>
              <a:rPr lang="id-ID" dirty="0"/>
              <a:t>. Model adalah konstruksi kerangka berpikir atau konstruksi kerangka </a:t>
            </a:r>
            <a:r>
              <a:rPr lang="id-ID" dirty="0" smtClean="0"/>
              <a:t>teoritis </a:t>
            </a:r>
            <a:r>
              <a:rPr lang="id-ID" dirty="0"/>
              <a:t>yang visualisasikan dalam bentuk </a:t>
            </a:r>
            <a:r>
              <a:rPr lang="id-ID" dirty="0" smtClean="0"/>
              <a:t>diagram, </a:t>
            </a:r>
            <a:r>
              <a:rPr lang="id-ID" dirty="0"/>
              <a:t>esensinya menyatakan hipotesis penelitian. </a:t>
            </a:r>
          </a:p>
          <a:p>
            <a:pPr marL="0" indent="0" algn="just">
              <a:buNone/>
            </a:pPr>
            <a:endParaRPr lang="id-ID" dirty="0"/>
          </a:p>
        </p:txBody>
      </p:sp>
    </p:spTree>
    <p:extLst>
      <p:ext uri="{BB962C8B-B14F-4D97-AF65-F5344CB8AC3E}">
        <p14:creationId xmlns:p14="http://schemas.microsoft.com/office/powerpoint/2010/main" val="43158271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a:t>Model Kerangka </a:t>
            </a:r>
            <a:r>
              <a:rPr lang="id-ID" dirty="0" smtClean="0"/>
              <a:t>Berpikir</a:t>
            </a:r>
            <a:endParaRPr lang="id-ID" dirty="0"/>
          </a:p>
        </p:txBody>
      </p:sp>
      <p:sp>
        <p:nvSpPr>
          <p:cNvPr id="3" name="Content Placeholder 2"/>
          <p:cNvSpPr>
            <a:spLocks noGrp="1"/>
          </p:cNvSpPr>
          <p:nvPr>
            <p:ph idx="1"/>
          </p:nvPr>
        </p:nvSpPr>
        <p:spPr>
          <a:xfrm>
            <a:off x="681608" y="1356320"/>
            <a:ext cx="3974232" cy="3152800"/>
          </a:xfrm>
        </p:spPr>
        <p:txBody>
          <a:bodyPr/>
          <a:lstStyle/>
          <a:p>
            <a:r>
              <a:rPr lang="id-ID" sz="2400" b="0" dirty="0" smtClean="0"/>
              <a:t>Dalam memahami </a:t>
            </a:r>
            <a:r>
              <a:rPr lang="id-ID" sz="2400" b="0" dirty="0"/>
              <a:t>posisi kerangka </a:t>
            </a:r>
            <a:r>
              <a:rPr lang="id-ID" sz="2400" b="0" dirty="0" smtClean="0"/>
              <a:t>berpikir, lihat </a:t>
            </a:r>
            <a:r>
              <a:rPr lang="id-ID" sz="2400" b="0" dirty="0"/>
              <a:t>model stuktur pengkajian ilmiah pada </a:t>
            </a:r>
            <a:r>
              <a:rPr lang="id-ID" sz="2400" b="0" dirty="0" smtClean="0"/>
              <a:t>Gambar.</a:t>
            </a:r>
            <a:endParaRPr lang="id-ID" sz="2400" b="0" dirty="0"/>
          </a:p>
          <a:p>
            <a:endParaRPr lang="id-ID" sz="2400" b="0" dirty="0"/>
          </a:p>
        </p:txBody>
      </p:sp>
      <p:sp>
        <p:nvSpPr>
          <p:cNvPr id="4" name="Rectangle 2"/>
          <p:cNvSpPr>
            <a:spLocks noChangeArrowheads="1"/>
          </p:cNvSpPr>
          <p:nvPr/>
        </p:nvSpPr>
        <p:spPr bwMode="auto">
          <a:xfrm>
            <a:off x="4295800" y="1295399"/>
            <a:ext cx="13199410"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id-ID"/>
          </a:p>
        </p:txBody>
      </p:sp>
      <p:graphicFrame>
        <p:nvGraphicFramePr>
          <p:cNvPr id="5" name="Object 4"/>
          <p:cNvGraphicFramePr>
            <a:graphicFrameLocks noChangeAspect="1"/>
          </p:cNvGraphicFramePr>
          <p:nvPr>
            <p:extLst>
              <p:ext uri="{D42A27DB-BD31-4B8C-83A1-F6EECF244321}">
                <p14:modId xmlns:p14="http://schemas.microsoft.com/office/powerpoint/2010/main" val="4064822936"/>
              </p:ext>
            </p:extLst>
          </p:nvPr>
        </p:nvGraphicFramePr>
        <p:xfrm>
          <a:off x="4727848" y="1268760"/>
          <a:ext cx="5688632" cy="5625967"/>
        </p:xfrm>
        <a:graphic>
          <a:graphicData uri="http://schemas.openxmlformats.org/presentationml/2006/ole">
            <mc:AlternateContent xmlns:mc="http://schemas.openxmlformats.org/markup-compatibility/2006">
              <mc:Choice xmlns:v="urn:schemas-microsoft-com:vml" Requires="v">
                <p:oleObj spid="_x0000_s4124" name="Visio" r:id="rId3" imgW="5882147" imgH="5819786" progId="Visio.Drawing.11">
                  <p:embed/>
                </p:oleObj>
              </mc:Choice>
              <mc:Fallback>
                <p:oleObj name="Visio" r:id="rId3" imgW="5882147" imgH="5819786"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7848" y="1268760"/>
                        <a:ext cx="5688632" cy="5625967"/>
                      </a:xfrm>
                      <a:prstGeom prst="rect">
                        <a:avLst/>
                      </a:prstGeom>
                      <a:noFill/>
                    </p:spPr>
                  </p:pic>
                </p:oleObj>
              </mc:Fallback>
            </mc:AlternateContent>
          </a:graphicData>
        </a:graphic>
      </p:graphicFrame>
    </p:spTree>
    <p:extLst>
      <p:ext uri="{BB962C8B-B14F-4D97-AF65-F5344CB8AC3E}">
        <p14:creationId xmlns:p14="http://schemas.microsoft.com/office/powerpoint/2010/main" val="247942552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a:t>Contoh Kerangka </a:t>
            </a:r>
            <a:r>
              <a:rPr lang="id-ID" dirty="0" smtClean="0"/>
              <a:t>Berpikir (1)</a:t>
            </a:r>
            <a:endParaRPr lang="id-ID" dirty="0"/>
          </a:p>
        </p:txBody>
      </p:sp>
      <p:sp>
        <p:nvSpPr>
          <p:cNvPr id="3" name="Content Placeholder 2"/>
          <p:cNvSpPr>
            <a:spLocks noGrp="1"/>
          </p:cNvSpPr>
          <p:nvPr>
            <p:ph idx="1"/>
          </p:nvPr>
        </p:nvSpPr>
        <p:spPr/>
        <p:txBody>
          <a:bodyPr/>
          <a:lstStyle/>
          <a:p>
            <a:pPr algn="just"/>
            <a:r>
              <a:rPr lang="id-ID" sz="2400" b="0" dirty="0"/>
              <a:t>Dalam membuat model kerangka berpikir, seorang peneliti harus memahami susunan dari kerangka berpikir. </a:t>
            </a:r>
            <a:endParaRPr lang="id-ID" sz="2400" b="0" dirty="0" smtClean="0"/>
          </a:p>
          <a:p>
            <a:pPr algn="just"/>
            <a:r>
              <a:rPr lang="id-ID" sz="2400" b="0" dirty="0" smtClean="0"/>
              <a:t>Susunan </a:t>
            </a:r>
            <a:r>
              <a:rPr lang="id-ID" sz="2400" b="0" dirty="0"/>
              <a:t>isi dari suatu kerangka berpikir penelitian, meliputi: </a:t>
            </a:r>
          </a:p>
          <a:p>
            <a:pPr lvl="1" algn="just"/>
            <a:r>
              <a:rPr lang="id-ID" sz="2200" dirty="0"/>
              <a:t>Penentuan masalah </a:t>
            </a:r>
            <a:r>
              <a:rPr lang="id-ID" sz="2200" dirty="0" smtClean="0"/>
              <a:t>penelitian, merupakan gambaran masalah penelitian yang akan diselesaikan.</a:t>
            </a:r>
            <a:endParaRPr lang="id-ID" sz="2200" dirty="0"/>
          </a:p>
          <a:p>
            <a:pPr lvl="1" algn="just"/>
            <a:r>
              <a:rPr lang="id-ID" sz="2200" dirty="0"/>
              <a:t>Latar belakang penelitian, penjelasan masalah yang akan diselesaikan pada penelitian yang dilakukan.</a:t>
            </a:r>
          </a:p>
          <a:p>
            <a:pPr lvl="1" algn="just"/>
            <a:r>
              <a:rPr lang="id-ID" sz="2200" dirty="0"/>
              <a:t>Perumusan masalah, merupakan pokok masalah yang </a:t>
            </a:r>
            <a:r>
              <a:rPr lang="id-ID" sz="2200"/>
              <a:t>akan </a:t>
            </a:r>
            <a:r>
              <a:rPr lang="id-ID" sz="2200" smtClean="0"/>
              <a:t>diselesai</a:t>
            </a:r>
            <a:r>
              <a:rPr lang="en-ID" sz="2200" smtClean="0"/>
              <a:t>k</a:t>
            </a:r>
            <a:r>
              <a:rPr lang="id-ID" sz="2200" smtClean="0"/>
              <a:t>an</a:t>
            </a:r>
            <a:r>
              <a:rPr lang="id-ID" sz="2200" dirty="0"/>
              <a:t>, biasanya dalam dituangkan dalam bentuk pertanyaan penelitian.</a:t>
            </a:r>
          </a:p>
          <a:p>
            <a:pPr lvl="1" algn="just"/>
            <a:r>
              <a:rPr lang="id-ID" sz="2200" dirty="0"/>
              <a:t>Pendekatan dan metode,  pendekatan atau metode penelitian merupakan cara yang digunakan untuk mengatasi masalah.</a:t>
            </a:r>
          </a:p>
          <a:p>
            <a:pPr lvl="1" algn="just"/>
            <a:r>
              <a:rPr lang="id-ID" sz="2200" dirty="0"/>
              <a:t>Hipotesis, diajukan jika sudah ditetapkan akar masalah dan cara pengatasan masalah. </a:t>
            </a:r>
          </a:p>
        </p:txBody>
      </p:sp>
    </p:spTree>
    <p:extLst>
      <p:ext uri="{BB962C8B-B14F-4D97-AF65-F5344CB8AC3E}">
        <p14:creationId xmlns:p14="http://schemas.microsoft.com/office/powerpoint/2010/main" val="37287552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smtClean="0"/>
              <a:t>Contoh Kerangka Berpikir (2)</a:t>
            </a:r>
            <a:endParaRPr lang="id-ID" dirty="0"/>
          </a:p>
        </p:txBody>
      </p:sp>
      <p:sp>
        <p:nvSpPr>
          <p:cNvPr id="6" name="Rectangle 4"/>
          <p:cNvSpPr>
            <a:spLocks noChangeArrowheads="1"/>
          </p:cNvSpPr>
          <p:nvPr/>
        </p:nvSpPr>
        <p:spPr bwMode="auto">
          <a:xfrm>
            <a:off x="407368" y="129311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id-ID"/>
          </a:p>
        </p:txBody>
      </p:sp>
      <p:graphicFrame>
        <p:nvGraphicFramePr>
          <p:cNvPr id="7" name="Object 6"/>
          <p:cNvGraphicFramePr>
            <a:graphicFrameLocks noChangeAspect="1"/>
          </p:cNvGraphicFramePr>
          <p:nvPr>
            <p:extLst>
              <p:ext uri="{D42A27DB-BD31-4B8C-83A1-F6EECF244321}">
                <p14:modId xmlns:p14="http://schemas.microsoft.com/office/powerpoint/2010/main" val="2082355564"/>
              </p:ext>
            </p:extLst>
          </p:nvPr>
        </p:nvGraphicFramePr>
        <p:xfrm>
          <a:off x="914399" y="1296938"/>
          <a:ext cx="9464783" cy="4652341"/>
        </p:xfrm>
        <a:graphic>
          <a:graphicData uri="http://schemas.openxmlformats.org/presentationml/2006/ole">
            <mc:AlternateContent xmlns:mc="http://schemas.openxmlformats.org/markup-compatibility/2006">
              <mc:Choice xmlns:v="urn:schemas-microsoft-com:vml" Requires="v">
                <p:oleObj spid="_x0000_s5147" name="Visio" r:id="rId3" imgW="6170178" imgH="2703955" progId="Visio.Drawing.11">
                  <p:embed/>
                </p:oleObj>
              </mc:Choice>
              <mc:Fallback>
                <p:oleObj name="Visio" r:id="rId3" imgW="6170178" imgH="2703955" progId="Visio.Drawing.11">
                  <p:embed/>
                  <p:pic>
                    <p:nvPicPr>
                      <p:cNvPr id="0" name="Object 3"/>
                      <p:cNvPicPr>
                        <a:picLocks noChangeAspect="1" noChangeArrowheads="1"/>
                      </p:cNvPicPr>
                      <p:nvPr/>
                    </p:nvPicPr>
                    <p:blipFill>
                      <a:blip r:embed="rId4"/>
                      <a:srcRect/>
                      <a:stretch>
                        <a:fillRect/>
                      </a:stretch>
                    </p:blipFill>
                    <p:spPr bwMode="auto">
                      <a:xfrm>
                        <a:off x="914399" y="1296938"/>
                        <a:ext cx="9464783" cy="4652341"/>
                      </a:xfrm>
                      <a:prstGeom prst="rect">
                        <a:avLst/>
                      </a:prstGeom>
                      <a:noFill/>
                    </p:spPr>
                  </p:pic>
                </p:oleObj>
              </mc:Fallback>
            </mc:AlternateContent>
          </a:graphicData>
        </a:graphic>
      </p:graphicFrame>
    </p:spTree>
    <p:extLst>
      <p:ext uri="{BB962C8B-B14F-4D97-AF65-F5344CB8AC3E}">
        <p14:creationId xmlns:p14="http://schemas.microsoft.com/office/powerpoint/2010/main" val="185281242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D" smtClean="0"/>
              <a:t>Contoh Kerangka Berpikir (3)</a:t>
            </a:r>
            <a:endParaRPr lang="en-ID"/>
          </a:p>
        </p:txBody>
      </p:sp>
      <p:pic>
        <p:nvPicPr>
          <p:cNvPr id="4" name="Content Placeholder 3"/>
          <p:cNvPicPr>
            <a:picLocks noGrp="1" noChangeAspect="1"/>
          </p:cNvPicPr>
          <p:nvPr>
            <p:ph idx="1"/>
          </p:nvPr>
        </p:nvPicPr>
        <p:blipFill>
          <a:blip r:embed="rId2"/>
          <a:stretch>
            <a:fillRect/>
          </a:stretch>
        </p:blipFill>
        <p:spPr>
          <a:xfrm>
            <a:off x="1415480" y="1484784"/>
            <a:ext cx="8496944" cy="4451151"/>
          </a:xfrm>
          <a:prstGeom prst="rect">
            <a:avLst/>
          </a:prstGeom>
        </p:spPr>
      </p:pic>
      <p:sp>
        <p:nvSpPr>
          <p:cNvPr id="5" name="Rectangle 4"/>
          <p:cNvSpPr/>
          <p:nvPr/>
        </p:nvSpPr>
        <p:spPr>
          <a:xfrm>
            <a:off x="914400" y="5877272"/>
            <a:ext cx="10801200" cy="830997"/>
          </a:xfrm>
          <a:prstGeom prst="rect">
            <a:avLst/>
          </a:prstGeom>
        </p:spPr>
        <p:txBody>
          <a:bodyPr wrap="square">
            <a:spAutoFit/>
          </a:bodyPr>
          <a:lstStyle/>
          <a:p>
            <a:r>
              <a:rPr lang="en-GB" sz="1600">
                <a:solidFill>
                  <a:srgbClr val="C00000"/>
                </a:solidFill>
              </a:rPr>
              <a:t>A. Solichin, "Comparison of Decision Tree, Naïve Bayes and K-Nearest Neighbors for Predicting Thesis Graduation," 2019 6th International Conference on Electrical Engineering, Computer Science and Informatics (EECSI), Bandung, Indonesia, 2019, pp. 217-222, doi: 10.23919/EECSI48112.2019.8977081.</a:t>
            </a:r>
            <a:endParaRPr lang="en-ID" sz="1600">
              <a:solidFill>
                <a:srgbClr val="C00000"/>
              </a:solidFill>
            </a:endParaRPr>
          </a:p>
        </p:txBody>
      </p:sp>
    </p:spTree>
    <p:extLst>
      <p:ext uri="{BB962C8B-B14F-4D97-AF65-F5344CB8AC3E}">
        <p14:creationId xmlns:p14="http://schemas.microsoft.com/office/powerpoint/2010/main" val="26185984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D" smtClean="0"/>
              <a:t>Contoh Kerangka Berpikir (4)</a:t>
            </a:r>
            <a:endParaRPr lang="en-ID"/>
          </a:p>
        </p:txBody>
      </p:sp>
      <p:pic>
        <p:nvPicPr>
          <p:cNvPr id="4" name="Content Placeholder 3"/>
          <p:cNvPicPr>
            <a:picLocks noGrp="1" noChangeAspect="1"/>
          </p:cNvPicPr>
          <p:nvPr>
            <p:ph idx="1"/>
          </p:nvPr>
        </p:nvPicPr>
        <p:blipFill>
          <a:blip r:embed="rId2"/>
          <a:stretch>
            <a:fillRect/>
          </a:stretch>
        </p:blipFill>
        <p:spPr>
          <a:xfrm>
            <a:off x="2207568" y="1484785"/>
            <a:ext cx="7776864" cy="4392488"/>
          </a:xfrm>
          <a:prstGeom prst="rect">
            <a:avLst/>
          </a:prstGeom>
        </p:spPr>
      </p:pic>
      <p:sp>
        <p:nvSpPr>
          <p:cNvPr id="5" name="Rectangle 4"/>
          <p:cNvSpPr/>
          <p:nvPr/>
        </p:nvSpPr>
        <p:spPr>
          <a:xfrm>
            <a:off x="623392" y="5805264"/>
            <a:ext cx="10945216" cy="830997"/>
          </a:xfrm>
          <a:prstGeom prst="rect">
            <a:avLst/>
          </a:prstGeom>
        </p:spPr>
        <p:txBody>
          <a:bodyPr wrap="square">
            <a:spAutoFit/>
          </a:bodyPr>
          <a:lstStyle/>
          <a:p>
            <a:r>
              <a:rPr lang="en-ID" sz="1600">
                <a:solidFill>
                  <a:srgbClr val="C00000"/>
                </a:solidFill>
                <a:latin typeface="Tahoma" panose="020B0604030504040204" pitchFamily="34" charset="0"/>
              </a:rPr>
              <a:t>Abdullah ‘Alim, </a:t>
            </a:r>
            <a:r>
              <a:rPr lang="en-ID" sz="1600">
                <a:solidFill>
                  <a:srgbClr val="C00000"/>
                </a:solidFill>
                <a:latin typeface="Tahoma" panose="020B0604030504040204" pitchFamily="34" charset="0"/>
              </a:rPr>
              <a:t>Achmad </a:t>
            </a:r>
            <a:r>
              <a:rPr lang="en-ID" sz="1600" smtClean="0">
                <a:solidFill>
                  <a:srgbClr val="C00000"/>
                </a:solidFill>
                <a:latin typeface="Tahoma" panose="020B0604030504040204" pitchFamily="34" charset="0"/>
              </a:rPr>
              <a:t>Solichin, Painem. </a:t>
            </a:r>
            <a:r>
              <a:rPr lang="en-ID" sz="1600">
                <a:solidFill>
                  <a:srgbClr val="C00000"/>
                </a:solidFill>
                <a:latin typeface="Tahoma" panose="020B0604030504040204" pitchFamily="34" charset="0"/>
              </a:rPr>
              <a:t>2020. Sistem Rekomendasi Keterampilan Teknologi Informasi Dengan Metode User-Based Collaborative Filtering Dan Log-Likelihood Similarity. CogITo Smart Journal, Vol. 6, No. 2, Hal. 141-154, 2020. ISSN 2541-2221 (Print). DOI: </a:t>
            </a:r>
            <a:r>
              <a:rPr lang="en-ID" sz="1600">
                <a:solidFill>
                  <a:srgbClr val="C00000"/>
                </a:solidFill>
                <a:latin typeface="Tahoma" panose="020B0604030504040204" pitchFamily="34" charset="0"/>
                <a:hlinkClick r:id="rId3"/>
              </a:rPr>
              <a:t>http://dx.doi.org/10.31154/cogito.v6i2.234.141-154</a:t>
            </a:r>
            <a:r>
              <a:rPr lang="en-ID" sz="1600">
                <a:solidFill>
                  <a:srgbClr val="C00000"/>
                </a:solidFill>
                <a:latin typeface="Tahoma" panose="020B0604030504040204" pitchFamily="34" charset="0"/>
              </a:rPr>
              <a:t>.</a:t>
            </a:r>
            <a:endParaRPr lang="en-ID" sz="1600">
              <a:solidFill>
                <a:srgbClr val="C00000"/>
              </a:solidFill>
            </a:endParaRPr>
          </a:p>
        </p:txBody>
      </p:sp>
    </p:spTree>
    <p:extLst>
      <p:ext uri="{BB962C8B-B14F-4D97-AF65-F5344CB8AC3E}">
        <p14:creationId xmlns:p14="http://schemas.microsoft.com/office/powerpoint/2010/main" val="11860063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smtClean="0"/>
              <a:t>Kesimpulan (1)</a:t>
            </a:r>
            <a:endParaRPr lang="id-ID" dirty="0"/>
          </a:p>
        </p:txBody>
      </p:sp>
      <p:sp>
        <p:nvSpPr>
          <p:cNvPr id="3" name="Content Placeholder 2"/>
          <p:cNvSpPr>
            <a:spLocks noGrp="1"/>
          </p:cNvSpPr>
          <p:nvPr>
            <p:ph idx="1"/>
          </p:nvPr>
        </p:nvSpPr>
        <p:spPr/>
        <p:txBody>
          <a:bodyPr/>
          <a:lstStyle/>
          <a:p>
            <a:pPr lvl="0" algn="just"/>
            <a:r>
              <a:rPr lang="id-ID" b="0" dirty="0"/>
              <a:t>Kerangka berpikir adalah uraian mengenai kerangka konsep pemecahan masalah yang telah diidentifikasi atau dirumuskan. </a:t>
            </a:r>
          </a:p>
          <a:p>
            <a:pPr lvl="0" algn="just"/>
            <a:r>
              <a:rPr lang="id-ID" b="0" dirty="0"/>
              <a:t>Perngertian lainya, kerangka berpikir merupakan inti sari dari teori yang telah dikembangkan yang digunakan sebagai dasar perumusan hipotesis. </a:t>
            </a:r>
          </a:p>
          <a:p>
            <a:pPr lvl="0" algn="just"/>
            <a:r>
              <a:rPr lang="id-ID" b="0" dirty="0"/>
              <a:t>Pada ilmu teknologi informasi, Kerangka Berpikir adalah suatu diagram yang menjelaskan secara garis besar alur logika berjalannya sebuah penelitian secara terstuktur</a:t>
            </a:r>
            <a:r>
              <a:rPr lang="id-ID" b="0" dirty="0" smtClean="0"/>
              <a:t>.</a:t>
            </a:r>
            <a:endParaRPr lang="id-ID" b="0" dirty="0"/>
          </a:p>
        </p:txBody>
      </p:sp>
    </p:spTree>
    <p:extLst>
      <p:ext uri="{BB962C8B-B14F-4D97-AF65-F5344CB8AC3E}">
        <p14:creationId xmlns:p14="http://schemas.microsoft.com/office/powerpoint/2010/main" val="309730226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smtClean="0"/>
              <a:t>Kesimpulan (2)</a:t>
            </a:r>
            <a:endParaRPr lang="id-ID" dirty="0"/>
          </a:p>
        </p:txBody>
      </p:sp>
      <p:sp>
        <p:nvSpPr>
          <p:cNvPr id="3" name="Content Placeholder 2"/>
          <p:cNvSpPr>
            <a:spLocks noGrp="1"/>
          </p:cNvSpPr>
          <p:nvPr>
            <p:ph idx="1"/>
          </p:nvPr>
        </p:nvSpPr>
        <p:spPr/>
        <p:txBody>
          <a:bodyPr/>
          <a:lstStyle/>
          <a:p>
            <a:pPr lvl="0" algn="just"/>
            <a:r>
              <a:rPr lang="id-ID" sz="2400" b="0" dirty="0" smtClean="0"/>
              <a:t>Kerangka </a:t>
            </a:r>
            <a:r>
              <a:rPr lang="id-ID" sz="2400" b="0" dirty="0"/>
              <a:t>berpikir digunakan sebagai pedoman yang jelas dan valid dalam proses penelitian secara keseluruhan.</a:t>
            </a:r>
          </a:p>
          <a:p>
            <a:pPr lvl="0" algn="just"/>
            <a:r>
              <a:rPr lang="id-ID" sz="2400" b="0" dirty="0"/>
              <a:t>Kerangka teoritis adalah uraian yang berfokus pada teori </a:t>
            </a:r>
            <a:r>
              <a:rPr lang="id-ID" sz="2400" b="0" dirty="0" smtClean="0"/>
              <a:t>utama </a:t>
            </a:r>
            <a:r>
              <a:rPr lang="id-ID" sz="2400" b="0" dirty="0"/>
              <a:t>yang dijadikan </a:t>
            </a:r>
            <a:r>
              <a:rPr lang="id-ID" sz="2400" b="0" dirty="0" smtClean="0"/>
              <a:t>landasan untuk menjelaskan fenomena </a:t>
            </a:r>
            <a:r>
              <a:rPr lang="id-ID" sz="2400" b="0" dirty="0"/>
              <a:t>yang diteliti. </a:t>
            </a:r>
          </a:p>
          <a:p>
            <a:pPr lvl="0" algn="just"/>
            <a:r>
              <a:rPr lang="id-ID" sz="2400" b="0" dirty="0"/>
              <a:t>Kerangka konseptual merupakan uraian yang menjelaskan konsep-konsep apa saja yang terkandung di dalam asumsi teoretis yang akan digunakan untuk </a:t>
            </a:r>
            <a:r>
              <a:rPr lang="id-ID" sz="2400" b="0" dirty="0" smtClean="0"/>
              <a:t>menjelasakan unsur-unsur </a:t>
            </a:r>
            <a:r>
              <a:rPr lang="id-ID" sz="2400" b="0" dirty="0"/>
              <a:t>yang terkandung di dalam fenomena yang akan diteliti </a:t>
            </a:r>
            <a:endParaRPr lang="id-ID" sz="2400" b="0" dirty="0" smtClean="0"/>
          </a:p>
        </p:txBody>
      </p:sp>
    </p:spTree>
    <p:extLst>
      <p:ext uri="{BB962C8B-B14F-4D97-AF65-F5344CB8AC3E}">
        <p14:creationId xmlns:p14="http://schemas.microsoft.com/office/powerpoint/2010/main" val="13306486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smtClean="0"/>
              <a:t>Kesimpulan (3)</a:t>
            </a:r>
            <a:endParaRPr lang="id-ID" dirty="0"/>
          </a:p>
        </p:txBody>
      </p:sp>
      <p:sp>
        <p:nvSpPr>
          <p:cNvPr id="3" name="Content Placeholder 2"/>
          <p:cNvSpPr>
            <a:spLocks noGrp="1"/>
          </p:cNvSpPr>
          <p:nvPr>
            <p:ph idx="1"/>
          </p:nvPr>
        </p:nvSpPr>
        <p:spPr/>
        <p:txBody>
          <a:bodyPr/>
          <a:lstStyle/>
          <a:p>
            <a:pPr lvl="0" algn="just"/>
            <a:r>
              <a:rPr lang="id-ID" sz="2400" b="0" dirty="0" smtClean="0"/>
              <a:t>Kerangka </a:t>
            </a:r>
            <a:r>
              <a:rPr lang="id-ID" sz="2400" b="0" dirty="0"/>
              <a:t>operasional merupakan penjelasan mengenai variabel-variabel apa saja yang diturunkan dari konsep-konsep yang telah terpilih dan bagaimana hubungan di antara variabel-variabel tersebut, serta hal-hal apa saja yang dapat dijadikan indikator untuk mengukur variabel-variabel yang bersangkutan.</a:t>
            </a:r>
          </a:p>
          <a:p>
            <a:pPr marL="0" indent="0" algn="just">
              <a:buNone/>
            </a:pPr>
            <a:endParaRPr lang="id-ID" b="0" dirty="0"/>
          </a:p>
        </p:txBody>
      </p:sp>
    </p:spTree>
    <p:extLst>
      <p:ext uri="{BB962C8B-B14F-4D97-AF65-F5344CB8AC3E}">
        <p14:creationId xmlns:p14="http://schemas.microsoft.com/office/powerpoint/2010/main" val="14120311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smtClean="0"/>
              <a:t>Kesimpulan</a:t>
            </a:r>
            <a:endParaRPr lang="id-ID" dirty="0"/>
          </a:p>
        </p:txBody>
      </p:sp>
      <p:sp>
        <p:nvSpPr>
          <p:cNvPr id="4" name="Text Placeholder 3"/>
          <p:cNvSpPr>
            <a:spLocks noGrp="1"/>
          </p:cNvSpPr>
          <p:nvPr>
            <p:ph type="body" idx="1"/>
          </p:nvPr>
        </p:nvSpPr>
        <p:spPr>
          <a:xfrm>
            <a:off x="551384" y="5046857"/>
            <a:ext cx="10363200" cy="953650"/>
          </a:xfrm>
        </p:spPr>
        <p:txBody>
          <a:bodyPr/>
          <a:lstStyle/>
          <a:p>
            <a:pPr algn="ctr"/>
            <a:r>
              <a:rPr lang="id-ID" sz="6000" dirty="0" smtClean="0"/>
              <a:t>SELESAI</a:t>
            </a:r>
            <a:endParaRPr lang="id-ID" sz="6000" dirty="0"/>
          </a:p>
        </p:txBody>
      </p:sp>
      <p:grpSp>
        <p:nvGrpSpPr>
          <p:cNvPr id="9" name="Group 8"/>
          <p:cNvGrpSpPr/>
          <p:nvPr/>
        </p:nvGrpSpPr>
        <p:grpSpPr>
          <a:xfrm>
            <a:off x="3719736" y="1689238"/>
            <a:ext cx="3960440" cy="3241812"/>
            <a:chOff x="3719736" y="1689238"/>
            <a:chExt cx="3960440" cy="3241812"/>
          </a:xfrm>
        </p:grpSpPr>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19736" y="1689238"/>
              <a:ext cx="3960440" cy="3241812"/>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03912" y="1916832"/>
              <a:ext cx="720080" cy="720080"/>
            </a:xfrm>
            <a:prstGeom prst="rect">
              <a:avLst/>
            </a:prstGeom>
          </p:spPr>
        </p:pic>
      </p:grpSp>
    </p:spTree>
    <p:extLst>
      <p:ext uri="{BB962C8B-B14F-4D97-AF65-F5344CB8AC3E}">
        <p14:creationId xmlns:p14="http://schemas.microsoft.com/office/powerpoint/2010/main" val="598017724"/>
      </p:ext>
    </p:extLst>
  </p:cSld>
  <p:clrMapOvr>
    <a:masterClrMapping/>
  </p:clrMapOvr>
</p:sld>
</file>

<file path=ppt/theme/theme1.xml><?xml version="1.0" encoding="utf-8"?>
<a:theme xmlns:a="http://schemas.openxmlformats.org/drawingml/2006/main" name="powerpoint-template-apr7">
  <a:themeElements>
    <a:clrScheme name="Office Theme 1">
      <a:dk1>
        <a:srgbClr val="17347D"/>
      </a:dk1>
      <a:lt1>
        <a:srgbClr val="FFFFFF"/>
      </a:lt1>
      <a:dk2>
        <a:srgbClr val="3366CC"/>
      </a:dk2>
      <a:lt2>
        <a:srgbClr val="DDDDDD"/>
      </a:lt2>
      <a:accent1>
        <a:srgbClr val="77B7E7"/>
      </a:accent1>
      <a:accent2>
        <a:srgbClr val="FF9900"/>
      </a:accent2>
      <a:accent3>
        <a:srgbClr val="FFFFFF"/>
      </a:accent3>
      <a:accent4>
        <a:srgbClr val="122B6A"/>
      </a:accent4>
      <a:accent5>
        <a:srgbClr val="BDD8F1"/>
      </a:accent5>
      <a:accent6>
        <a:srgbClr val="E78A00"/>
      </a:accent6>
      <a:hlink>
        <a:srgbClr val="9999FF"/>
      </a:hlink>
      <a:folHlink>
        <a:srgbClr val="969696"/>
      </a:folHlink>
    </a:clrScheme>
    <a:fontScheme name="Office Them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Office Theme 1">
        <a:dk1>
          <a:srgbClr val="17347D"/>
        </a:dk1>
        <a:lt1>
          <a:srgbClr val="FFFFFF"/>
        </a:lt1>
        <a:dk2>
          <a:srgbClr val="3366CC"/>
        </a:dk2>
        <a:lt2>
          <a:srgbClr val="DDDDDD"/>
        </a:lt2>
        <a:accent1>
          <a:srgbClr val="77B7E7"/>
        </a:accent1>
        <a:accent2>
          <a:srgbClr val="FF9900"/>
        </a:accent2>
        <a:accent3>
          <a:srgbClr val="FFFFFF"/>
        </a:accent3>
        <a:accent4>
          <a:srgbClr val="122B6A"/>
        </a:accent4>
        <a:accent5>
          <a:srgbClr val="BDD8F1"/>
        </a:accent5>
        <a:accent6>
          <a:srgbClr val="E78A00"/>
        </a:accent6>
        <a:hlink>
          <a:srgbClr val="9999FF"/>
        </a:hlink>
        <a:folHlink>
          <a:srgbClr val="969696"/>
        </a:folHlink>
      </a:clrScheme>
      <a:clrMap bg1="lt1" tx1="dk1" bg2="lt2" tx2="dk2" accent1="accent1" accent2="accent2" accent3="accent3" accent4="accent4" accent5="accent5" accent6="accent6" hlink="hlink" folHlink="folHlink"/>
    </a:extraClrScheme>
    <a:extraClrScheme>
      <a:clrScheme name="Office Theme 2">
        <a:dk1>
          <a:srgbClr val="1B525F"/>
        </a:dk1>
        <a:lt1>
          <a:srgbClr val="FFFFFF"/>
        </a:lt1>
        <a:dk2>
          <a:srgbClr val="339966"/>
        </a:dk2>
        <a:lt2>
          <a:srgbClr val="DDDDDD"/>
        </a:lt2>
        <a:accent1>
          <a:srgbClr val="C5BA6B"/>
        </a:accent1>
        <a:accent2>
          <a:srgbClr val="669900"/>
        </a:accent2>
        <a:accent3>
          <a:srgbClr val="FFFFFF"/>
        </a:accent3>
        <a:accent4>
          <a:srgbClr val="154550"/>
        </a:accent4>
        <a:accent5>
          <a:srgbClr val="DFD9BA"/>
        </a:accent5>
        <a:accent6>
          <a:srgbClr val="5C8A00"/>
        </a:accent6>
        <a:hlink>
          <a:srgbClr val="E57C4D"/>
        </a:hlink>
        <a:folHlink>
          <a:srgbClr val="969696"/>
        </a:folHlink>
      </a:clrScheme>
      <a:clrMap bg1="lt1" tx1="dk1" bg2="lt2" tx2="dk2" accent1="accent1" accent2="accent2" accent3="accent3" accent4="accent4" accent5="accent5" accent6="accent6" hlink="hlink" folHlink="folHlink"/>
    </a:extraClrScheme>
    <a:extraClrScheme>
      <a:clrScheme name="Office Theme 3">
        <a:dk1>
          <a:srgbClr val="191961"/>
        </a:dk1>
        <a:lt1>
          <a:srgbClr val="FFFFFF"/>
        </a:lt1>
        <a:dk2>
          <a:srgbClr val="5D4CDC"/>
        </a:dk2>
        <a:lt2>
          <a:srgbClr val="DDDDDD"/>
        </a:lt2>
        <a:accent1>
          <a:srgbClr val="31B36C"/>
        </a:accent1>
        <a:accent2>
          <a:srgbClr val="0099FF"/>
        </a:accent2>
        <a:accent3>
          <a:srgbClr val="FFFFFF"/>
        </a:accent3>
        <a:accent4>
          <a:srgbClr val="141452"/>
        </a:accent4>
        <a:accent5>
          <a:srgbClr val="ADD6BA"/>
        </a:accent5>
        <a:accent6>
          <a:srgbClr val="008AE7"/>
        </a:accent6>
        <a:hlink>
          <a:srgbClr val="A0963C"/>
        </a:hlink>
        <a:folHlink>
          <a:srgbClr val="96969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3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powerpoint-template-apr7</Template>
  <TotalTime>6154</TotalTime>
  <Words>1251</Words>
  <Application>Microsoft Office PowerPoint</Application>
  <PresentationFormat>Widescreen</PresentationFormat>
  <Paragraphs>79</Paragraphs>
  <Slides>21</Slides>
  <Notes>0</Notes>
  <HiddenSlides>0</HiddenSlides>
  <MMClips>0</MMClips>
  <ScaleCrop>false</ScaleCrop>
  <HeadingPairs>
    <vt:vector size="8" baseType="variant">
      <vt:variant>
        <vt:lpstr>Fonts Used</vt:lpstr>
      </vt:variant>
      <vt:variant>
        <vt:i4>9</vt:i4>
      </vt:variant>
      <vt:variant>
        <vt:lpstr>Theme</vt:lpstr>
      </vt:variant>
      <vt:variant>
        <vt:i4>2</vt:i4>
      </vt:variant>
      <vt:variant>
        <vt:lpstr>Embedded OLE Servers</vt:lpstr>
      </vt:variant>
      <vt:variant>
        <vt:i4>2</vt:i4>
      </vt:variant>
      <vt:variant>
        <vt:lpstr>Slide Titles</vt:lpstr>
      </vt:variant>
      <vt:variant>
        <vt:i4>21</vt:i4>
      </vt:variant>
    </vt:vector>
  </HeadingPairs>
  <TitlesOfParts>
    <vt:vector size="34" baseType="lpstr">
      <vt:lpstr>ＭＳ Ｐゴシック</vt:lpstr>
      <vt:lpstr>Arial</vt:lpstr>
      <vt:lpstr>Bebas Neue</vt:lpstr>
      <vt:lpstr>Calibri</vt:lpstr>
      <vt:lpstr>Calibri Light</vt:lpstr>
      <vt:lpstr>Lato</vt:lpstr>
      <vt:lpstr>Tahoma</vt:lpstr>
      <vt:lpstr>Verdana</vt:lpstr>
      <vt:lpstr>Wingdings</vt:lpstr>
      <vt:lpstr>powerpoint-template-apr7</vt:lpstr>
      <vt:lpstr>3_Custom Design</vt:lpstr>
      <vt:lpstr>Image</vt:lpstr>
      <vt:lpstr>Visio</vt:lpstr>
      <vt:lpstr>FAKULTAS TEKNOLOGI INFORMASI</vt:lpstr>
      <vt:lpstr>KERANGKA BERPIKIR</vt:lpstr>
      <vt:lpstr>Tujuan Pembelajaran</vt:lpstr>
      <vt:lpstr>Pokok Pembahasan</vt:lpstr>
      <vt:lpstr>Konsep Dasar Keranga Berpikir (1)</vt:lpstr>
      <vt:lpstr>Konsep Dasar Kerangka Berpikir(2)</vt:lpstr>
      <vt:lpstr>Konsep Dasar Kerangka Berpikir (3)</vt:lpstr>
      <vt:lpstr>Konsep Dasar Kerangka Berpikir (4)</vt:lpstr>
      <vt:lpstr>Konsep Dasar Kerangka Berpikir (5)</vt:lpstr>
      <vt:lpstr>Menyususan Kerangka Berpikir (1)</vt:lpstr>
      <vt:lpstr>Menyusun Kerangka Berpikir (2)</vt:lpstr>
      <vt:lpstr>Menyusun Kerangka Berpikir (3)</vt:lpstr>
      <vt:lpstr>Model Kerangka Berpikir</vt:lpstr>
      <vt:lpstr>Contoh Kerangka Berpikir (1)</vt:lpstr>
      <vt:lpstr>Contoh Kerangka Berpikir (2)</vt:lpstr>
      <vt:lpstr>Contoh Kerangka Berpikir (3)</vt:lpstr>
      <vt:lpstr>Contoh Kerangka Berpikir (4)</vt:lpstr>
      <vt:lpstr>Kesimpulan (1)</vt:lpstr>
      <vt:lpstr>Kesimpulan (2)</vt:lpstr>
      <vt:lpstr>Kesimpulan (3)</vt:lpstr>
      <vt:lpstr>Kesimpulan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creator>user</dc:creator>
  <cp:lastModifiedBy>AS</cp:lastModifiedBy>
  <cp:revision>400</cp:revision>
  <dcterms:created xsi:type="dcterms:W3CDTF">2011-05-21T14:11:58Z</dcterms:created>
  <dcterms:modified xsi:type="dcterms:W3CDTF">2021-03-14T02:59:38Z</dcterms:modified>
</cp:coreProperties>
</file>